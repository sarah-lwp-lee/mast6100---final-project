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Raleway" panose="020F0502020204030204" pitchFamily="2" charset="0"/>
      <p:regular r:id="rId15"/>
      <p:bold r:id="rId16"/>
      <p:italic r:id="rId17"/>
      <p:boldItalic r:id="rId18"/>
    </p:embeddedFont>
    <p:embeddedFont>
      <p:font typeface="Rubik" panose="020B0604020202020204" charset="-79"/>
      <p:regular r:id="rId19"/>
      <p:bold r:id="rId20"/>
      <p:italic r:id="rId21"/>
      <p:boldItalic r:id="rId22"/>
    </p:embeddedFont>
    <p:embeddedFont>
      <p:font typeface="Stok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b526c77d6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ab526c77d6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b16948e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b16948e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b16948e03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b16948e03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b16948e03d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b16948e03d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b16948e0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b16948e0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b16948e03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b16948e03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821700" y="1314600"/>
            <a:ext cx="5805600" cy="21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1700" y="3419400"/>
            <a:ext cx="5805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4C86A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5425" y="4238070"/>
            <a:ext cx="409500" cy="4095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-552502" y="-88600"/>
            <a:ext cx="10017900" cy="5239526"/>
            <a:chOff x="-552502" y="-88600"/>
            <a:chExt cx="10017900" cy="5239526"/>
          </a:xfrm>
        </p:grpSpPr>
        <p:sp>
          <p:nvSpPr>
            <p:cNvPr id="13" name="Google Shape;13;p2"/>
            <p:cNvSpPr/>
            <p:nvPr/>
          </p:nvSpPr>
          <p:spPr>
            <a:xfrm>
              <a:off x="-265702" y="4791526"/>
              <a:ext cx="973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-217200" y="4960875"/>
              <a:ext cx="944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15;p2"/>
            <p:cNvSpPr/>
            <p:nvPr/>
          </p:nvSpPr>
          <p:spPr>
            <a:xfrm>
              <a:off x="-265702" y="-88600"/>
              <a:ext cx="973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" name="Google Shape;16;p2"/>
            <p:cNvCxnSpPr>
              <a:endCxn id="15" idx="3"/>
            </p:cNvCxnSpPr>
            <p:nvPr/>
          </p:nvCxnSpPr>
          <p:spPr>
            <a:xfrm>
              <a:off x="-552502" y="91100"/>
              <a:ext cx="10017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17;p2"/>
          <p:cNvGrpSpPr/>
          <p:nvPr/>
        </p:nvGrpSpPr>
        <p:grpSpPr>
          <a:xfrm>
            <a:off x="-3263428" y="-637291"/>
            <a:ext cx="14608077" cy="6552857"/>
            <a:chOff x="-3263428" y="-637291"/>
            <a:chExt cx="14608077" cy="6552857"/>
          </a:xfrm>
        </p:grpSpPr>
        <p:grpSp>
          <p:nvGrpSpPr>
            <p:cNvPr id="18" name="Google Shape;18;p2"/>
            <p:cNvGrpSpPr/>
            <p:nvPr/>
          </p:nvGrpSpPr>
          <p:grpSpPr>
            <a:xfrm rot="-6389212">
              <a:off x="8311078" y="2924839"/>
              <a:ext cx="2818070" cy="2554340"/>
              <a:chOff x="2714100" y="1629575"/>
              <a:chExt cx="2818025" cy="25543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3350075" y="1629675"/>
                <a:ext cx="1047825" cy="675975"/>
              </a:xfrm>
              <a:custGeom>
                <a:avLst/>
                <a:gdLst/>
                <a:ahLst/>
                <a:cxnLst/>
                <a:rect l="l" t="t" r="r" b="b"/>
                <a:pathLst>
                  <a:path w="41913" h="27039" extrusionOk="0">
                    <a:moveTo>
                      <a:pt x="41828" y="1"/>
                    </a:moveTo>
                    <a:lnTo>
                      <a:pt x="1" y="26907"/>
                    </a:lnTo>
                    <a:lnTo>
                      <a:pt x="86" y="27039"/>
                    </a:lnTo>
                    <a:lnTo>
                      <a:pt x="41912" y="132"/>
                    </a:lnTo>
                    <a:lnTo>
                      <a:pt x="4182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350825" y="2302175"/>
                <a:ext cx="423150" cy="95825"/>
              </a:xfrm>
              <a:custGeom>
                <a:avLst/>
                <a:gdLst/>
                <a:ahLst/>
                <a:cxnLst/>
                <a:rect l="l" t="t" r="r" b="b"/>
                <a:pathLst>
                  <a:path w="16926" h="3833" extrusionOk="0">
                    <a:moveTo>
                      <a:pt x="34" y="1"/>
                    </a:moveTo>
                    <a:lnTo>
                      <a:pt x="1" y="154"/>
                    </a:lnTo>
                    <a:lnTo>
                      <a:pt x="16892" y="3832"/>
                    </a:lnTo>
                    <a:lnTo>
                      <a:pt x="16925" y="368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771825" y="1630200"/>
                <a:ext cx="626475" cy="767100"/>
              </a:xfrm>
              <a:custGeom>
                <a:avLst/>
                <a:gdLst/>
                <a:ahLst/>
                <a:cxnLst/>
                <a:rect l="l" t="t" r="r" b="b"/>
                <a:pathLst>
                  <a:path w="25059" h="30684" extrusionOk="0">
                    <a:moveTo>
                      <a:pt x="24937" y="1"/>
                    </a:moveTo>
                    <a:lnTo>
                      <a:pt x="1" y="30585"/>
                    </a:lnTo>
                    <a:lnTo>
                      <a:pt x="122" y="30683"/>
                    </a:lnTo>
                    <a:lnTo>
                      <a:pt x="25059" y="100"/>
                    </a:lnTo>
                    <a:lnTo>
                      <a:pt x="249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772400" y="2216325"/>
                <a:ext cx="3402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7259" extrusionOk="0">
                    <a:moveTo>
                      <a:pt x="13538" y="0"/>
                    </a:moveTo>
                    <a:lnTo>
                      <a:pt x="0" y="7121"/>
                    </a:lnTo>
                    <a:lnTo>
                      <a:pt x="74" y="7259"/>
                    </a:lnTo>
                    <a:lnTo>
                      <a:pt x="13611" y="139"/>
                    </a:lnTo>
                    <a:lnTo>
                      <a:pt x="1353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110025" y="2217425"/>
                <a:ext cx="79750" cy="2662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0648" extrusionOk="0">
                    <a:moveTo>
                      <a:pt x="151" y="1"/>
                    </a:moveTo>
                    <a:lnTo>
                      <a:pt x="0" y="45"/>
                    </a:lnTo>
                    <a:lnTo>
                      <a:pt x="3040" y="10648"/>
                    </a:lnTo>
                    <a:lnTo>
                      <a:pt x="3190" y="1060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773200" y="2340800"/>
                <a:ext cx="808900" cy="57075"/>
              </a:xfrm>
              <a:custGeom>
                <a:avLst/>
                <a:gdLst/>
                <a:ahLst/>
                <a:cxnLst/>
                <a:rect l="l" t="t" r="r" b="b"/>
                <a:pathLst>
                  <a:path w="32356" h="2283" extrusionOk="0">
                    <a:moveTo>
                      <a:pt x="32345" y="0"/>
                    </a:moveTo>
                    <a:lnTo>
                      <a:pt x="1" y="2127"/>
                    </a:lnTo>
                    <a:lnTo>
                      <a:pt x="11" y="2282"/>
                    </a:lnTo>
                    <a:lnTo>
                      <a:pt x="32356" y="156"/>
                    </a:lnTo>
                    <a:lnTo>
                      <a:pt x="3234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109975" y="1630650"/>
                <a:ext cx="288550" cy="588275"/>
              </a:xfrm>
              <a:custGeom>
                <a:avLst/>
                <a:gdLst/>
                <a:ahLst/>
                <a:cxnLst/>
                <a:rect l="l" t="t" r="r" b="b"/>
                <a:pathLst>
                  <a:path w="11542" h="23531" extrusionOk="0">
                    <a:moveTo>
                      <a:pt x="11400" y="0"/>
                    </a:moveTo>
                    <a:lnTo>
                      <a:pt x="0" y="23462"/>
                    </a:lnTo>
                    <a:lnTo>
                      <a:pt x="141" y="23530"/>
                    </a:lnTo>
                    <a:lnTo>
                      <a:pt x="11541" y="69"/>
                    </a:lnTo>
                    <a:lnTo>
                      <a:pt x="114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398400" y="1632125"/>
                <a:ext cx="122750" cy="366800"/>
              </a:xfrm>
              <a:custGeom>
                <a:avLst/>
                <a:gdLst/>
                <a:ahLst/>
                <a:cxnLst/>
                <a:rect l="l" t="t" r="r" b="b"/>
                <a:pathLst>
                  <a:path w="4910" h="14672" extrusionOk="0">
                    <a:moveTo>
                      <a:pt x="149" y="1"/>
                    </a:moveTo>
                    <a:lnTo>
                      <a:pt x="0" y="50"/>
                    </a:lnTo>
                    <a:lnTo>
                      <a:pt x="4761" y="14671"/>
                    </a:lnTo>
                    <a:lnTo>
                      <a:pt x="4909" y="14622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395850" y="1629575"/>
                <a:ext cx="423925" cy="244675"/>
              </a:xfrm>
              <a:custGeom>
                <a:avLst/>
                <a:gdLst/>
                <a:ahLst/>
                <a:cxnLst/>
                <a:rect l="l" t="t" r="r" b="b"/>
                <a:pathLst>
                  <a:path w="16957" h="9787" extrusionOk="0">
                    <a:moveTo>
                      <a:pt x="78" y="1"/>
                    </a:moveTo>
                    <a:lnTo>
                      <a:pt x="1" y="136"/>
                    </a:lnTo>
                    <a:lnTo>
                      <a:pt x="16878" y="9787"/>
                    </a:lnTo>
                    <a:lnTo>
                      <a:pt x="16956" y="9651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396450" y="1997625"/>
                <a:ext cx="124775" cy="160875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6435" extrusionOk="0">
                    <a:moveTo>
                      <a:pt x="4866" y="0"/>
                    </a:moveTo>
                    <a:lnTo>
                      <a:pt x="1" y="6340"/>
                    </a:lnTo>
                    <a:lnTo>
                      <a:pt x="125" y="6435"/>
                    </a:lnTo>
                    <a:lnTo>
                      <a:pt x="4991" y="96"/>
                    </a:lnTo>
                    <a:lnTo>
                      <a:pt x="486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111375" y="2155375"/>
                <a:ext cx="2868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11472" h="2580" extrusionOk="0">
                    <a:moveTo>
                      <a:pt x="11438" y="1"/>
                    </a:moveTo>
                    <a:lnTo>
                      <a:pt x="1" y="2427"/>
                    </a:lnTo>
                    <a:lnTo>
                      <a:pt x="34" y="2580"/>
                    </a:lnTo>
                    <a:lnTo>
                      <a:pt x="11472" y="154"/>
                    </a:lnTo>
                    <a:lnTo>
                      <a:pt x="11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517350" y="1998600"/>
                <a:ext cx="66450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13789" extrusionOk="0">
                    <a:moveTo>
                      <a:pt x="155" y="1"/>
                    </a:moveTo>
                    <a:lnTo>
                      <a:pt x="0" y="29"/>
                    </a:lnTo>
                    <a:lnTo>
                      <a:pt x="2504" y="13788"/>
                    </a:lnTo>
                    <a:lnTo>
                      <a:pt x="2658" y="13760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518575" y="1870775"/>
                <a:ext cx="300850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5193" extrusionOk="0">
                    <a:moveTo>
                      <a:pt x="11972" y="1"/>
                    </a:moveTo>
                    <a:lnTo>
                      <a:pt x="0" y="5049"/>
                    </a:lnTo>
                    <a:lnTo>
                      <a:pt x="62" y="5193"/>
                    </a:lnTo>
                    <a:lnTo>
                      <a:pt x="12034" y="145"/>
                    </a:lnTo>
                    <a:lnTo>
                      <a:pt x="119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817050" y="1872175"/>
                <a:ext cx="269775" cy="774450"/>
              </a:xfrm>
              <a:custGeom>
                <a:avLst/>
                <a:gdLst/>
                <a:ahLst/>
                <a:cxnLst/>
                <a:rect l="l" t="t" r="r" b="b"/>
                <a:pathLst>
                  <a:path w="10791" h="30978" extrusionOk="0">
                    <a:moveTo>
                      <a:pt x="149" y="0"/>
                    </a:moveTo>
                    <a:lnTo>
                      <a:pt x="1" y="51"/>
                    </a:lnTo>
                    <a:lnTo>
                      <a:pt x="10643" y="30977"/>
                    </a:lnTo>
                    <a:lnTo>
                      <a:pt x="10791" y="30926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581725" y="2233525"/>
                <a:ext cx="700025" cy="111225"/>
              </a:xfrm>
              <a:custGeom>
                <a:avLst/>
                <a:gdLst/>
                <a:ahLst/>
                <a:cxnLst/>
                <a:rect l="l" t="t" r="r" b="b"/>
                <a:pathLst>
                  <a:path w="28001" h="4449" extrusionOk="0">
                    <a:moveTo>
                      <a:pt x="27976" y="1"/>
                    </a:moveTo>
                    <a:lnTo>
                      <a:pt x="0" y="4294"/>
                    </a:lnTo>
                    <a:lnTo>
                      <a:pt x="24" y="4449"/>
                    </a:lnTo>
                    <a:lnTo>
                      <a:pt x="28000" y="155"/>
                    </a:lnTo>
                    <a:lnTo>
                      <a:pt x="2797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818625" y="1761475"/>
                <a:ext cx="532650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1306" h="4524" extrusionOk="0">
                    <a:moveTo>
                      <a:pt x="21274" y="0"/>
                    </a:moveTo>
                    <a:lnTo>
                      <a:pt x="0" y="4370"/>
                    </a:lnTo>
                    <a:lnTo>
                      <a:pt x="32" y="4523"/>
                    </a:lnTo>
                    <a:lnTo>
                      <a:pt x="21306" y="153"/>
                    </a:lnTo>
                    <a:lnTo>
                      <a:pt x="212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817700" y="1871325"/>
                <a:ext cx="465100" cy="366025"/>
              </a:xfrm>
              <a:custGeom>
                <a:avLst/>
                <a:gdLst/>
                <a:ahLst/>
                <a:cxnLst/>
                <a:rect l="l" t="t" r="r" b="b"/>
                <a:pathLst>
                  <a:path w="18604" h="14641" extrusionOk="0">
                    <a:moveTo>
                      <a:pt x="97" y="1"/>
                    </a:moveTo>
                    <a:lnTo>
                      <a:pt x="1" y="124"/>
                    </a:lnTo>
                    <a:lnTo>
                      <a:pt x="18508" y="14641"/>
                    </a:lnTo>
                    <a:lnTo>
                      <a:pt x="18604" y="14518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279800" y="1763000"/>
                <a:ext cx="73050" cy="472775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8911" extrusionOk="0">
                    <a:moveTo>
                      <a:pt x="2766" y="1"/>
                    </a:moveTo>
                    <a:lnTo>
                      <a:pt x="1" y="18887"/>
                    </a:lnTo>
                    <a:lnTo>
                      <a:pt x="155" y="18910"/>
                    </a:lnTo>
                    <a:lnTo>
                      <a:pt x="2921" y="24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4356300" y="2342075"/>
                <a:ext cx="2275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17822" extrusionOk="0">
                    <a:moveTo>
                      <a:pt x="8960" y="0"/>
                    </a:moveTo>
                    <a:lnTo>
                      <a:pt x="0" y="17752"/>
                    </a:lnTo>
                    <a:lnTo>
                      <a:pt x="140" y="17822"/>
                    </a:lnTo>
                    <a:lnTo>
                      <a:pt x="9100" y="71"/>
                    </a:lnTo>
                    <a:lnTo>
                      <a:pt x="89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187225" y="2343825"/>
                <a:ext cx="398800" cy="141300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5652" extrusionOk="0">
                    <a:moveTo>
                      <a:pt x="15900" y="0"/>
                    </a:moveTo>
                    <a:lnTo>
                      <a:pt x="1" y="5503"/>
                    </a:lnTo>
                    <a:lnTo>
                      <a:pt x="52" y="5651"/>
                    </a:lnTo>
                    <a:lnTo>
                      <a:pt x="15951" y="148"/>
                    </a:lnTo>
                    <a:lnTo>
                      <a:pt x="159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4356275" y="2786225"/>
                <a:ext cx="155775" cy="635150"/>
              </a:xfrm>
              <a:custGeom>
                <a:avLst/>
                <a:gdLst/>
                <a:ahLst/>
                <a:cxnLst/>
                <a:rect l="l" t="t" r="r" b="b"/>
                <a:pathLst>
                  <a:path w="6231" h="25406" extrusionOk="0">
                    <a:moveTo>
                      <a:pt x="152" y="0"/>
                    </a:moveTo>
                    <a:lnTo>
                      <a:pt x="0" y="37"/>
                    </a:lnTo>
                    <a:lnTo>
                      <a:pt x="6078" y="25405"/>
                    </a:lnTo>
                    <a:lnTo>
                      <a:pt x="6230" y="25369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4507850" y="2739350"/>
                <a:ext cx="201700" cy="678675"/>
              </a:xfrm>
              <a:custGeom>
                <a:avLst/>
                <a:gdLst/>
                <a:ahLst/>
                <a:cxnLst/>
                <a:rect l="l" t="t" r="r" b="b"/>
                <a:pathLst>
                  <a:path w="8068" h="27147" extrusionOk="0">
                    <a:moveTo>
                      <a:pt x="7918" y="0"/>
                    </a:moveTo>
                    <a:lnTo>
                      <a:pt x="0" y="27103"/>
                    </a:lnTo>
                    <a:lnTo>
                      <a:pt x="151" y="27147"/>
                    </a:lnTo>
                    <a:lnTo>
                      <a:pt x="8068" y="44"/>
                    </a:lnTo>
                    <a:lnTo>
                      <a:pt x="791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4580250" y="2342250"/>
                <a:ext cx="129275" cy="398350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15934" extrusionOk="0">
                    <a:moveTo>
                      <a:pt x="150" y="1"/>
                    </a:moveTo>
                    <a:lnTo>
                      <a:pt x="1" y="48"/>
                    </a:lnTo>
                    <a:lnTo>
                      <a:pt x="5022" y="15933"/>
                    </a:lnTo>
                    <a:lnTo>
                      <a:pt x="5171" y="15886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4581125" y="2341450"/>
                <a:ext cx="501575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0063" h="12369" extrusionOk="0">
                    <a:moveTo>
                      <a:pt x="83" y="0"/>
                    </a:moveTo>
                    <a:lnTo>
                      <a:pt x="0" y="134"/>
                    </a:lnTo>
                    <a:lnTo>
                      <a:pt x="19980" y="12369"/>
                    </a:lnTo>
                    <a:lnTo>
                      <a:pt x="20063" y="1223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5079850" y="2234575"/>
                <a:ext cx="203400" cy="4148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16595" extrusionOk="0">
                    <a:moveTo>
                      <a:pt x="7995" y="0"/>
                    </a:moveTo>
                    <a:lnTo>
                      <a:pt x="0" y="16526"/>
                    </a:lnTo>
                    <a:lnTo>
                      <a:pt x="141" y="16595"/>
                    </a:lnTo>
                    <a:lnTo>
                      <a:pt x="8136" y="69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279925" y="2234825"/>
                <a:ext cx="252200" cy="455475"/>
              </a:xfrm>
              <a:custGeom>
                <a:avLst/>
                <a:gdLst/>
                <a:ahLst/>
                <a:cxnLst/>
                <a:rect l="l" t="t" r="r" b="b"/>
                <a:pathLst>
                  <a:path w="10088" h="18219" extrusionOk="0">
                    <a:moveTo>
                      <a:pt x="137" y="1"/>
                    </a:moveTo>
                    <a:lnTo>
                      <a:pt x="0" y="76"/>
                    </a:lnTo>
                    <a:lnTo>
                      <a:pt x="9951" y="18219"/>
                    </a:lnTo>
                    <a:lnTo>
                      <a:pt x="10088" y="1814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5081725" y="2646725"/>
                <a:ext cx="449050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962" h="1775" extrusionOk="0">
                    <a:moveTo>
                      <a:pt x="15" y="0"/>
                    </a:moveTo>
                    <a:lnTo>
                      <a:pt x="0" y="156"/>
                    </a:lnTo>
                    <a:lnTo>
                      <a:pt x="17948" y="1774"/>
                    </a:lnTo>
                    <a:lnTo>
                      <a:pt x="17961" y="1619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4707225" y="2738300"/>
                <a:ext cx="555075" cy="115725"/>
              </a:xfrm>
              <a:custGeom>
                <a:avLst/>
                <a:gdLst/>
                <a:ahLst/>
                <a:cxnLst/>
                <a:rect l="l" t="t" r="r" b="b"/>
                <a:pathLst>
                  <a:path w="22203" h="4629" extrusionOk="0">
                    <a:moveTo>
                      <a:pt x="31" y="1"/>
                    </a:moveTo>
                    <a:lnTo>
                      <a:pt x="0" y="154"/>
                    </a:lnTo>
                    <a:lnTo>
                      <a:pt x="22171" y="4628"/>
                    </a:lnTo>
                    <a:lnTo>
                      <a:pt x="22203" y="4475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4358500" y="2738150"/>
                <a:ext cx="349475" cy="53150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2126" extrusionOk="0">
                    <a:moveTo>
                      <a:pt x="13956" y="0"/>
                    </a:moveTo>
                    <a:lnTo>
                      <a:pt x="1" y="1971"/>
                    </a:lnTo>
                    <a:lnTo>
                      <a:pt x="23" y="2126"/>
                    </a:lnTo>
                    <a:lnTo>
                      <a:pt x="13978" y="156"/>
                    </a:lnTo>
                    <a:lnTo>
                      <a:pt x="139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4357225" y="2787675"/>
                <a:ext cx="446875" cy="433225"/>
              </a:xfrm>
              <a:custGeom>
                <a:avLst/>
                <a:gdLst/>
                <a:ahLst/>
                <a:cxnLst/>
                <a:rect l="l" t="t" r="r" b="b"/>
                <a:pathLst>
                  <a:path w="17875" h="17329" extrusionOk="0">
                    <a:moveTo>
                      <a:pt x="110" y="1"/>
                    </a:moveTo>
                    <a:lnTo>
                      <a:pt x="1" y="114"/>
                    </a:lnTo>
                    <a:lnTo>
                      <a:pt x="17765" y="17329"/>
                    </a:lnTo>
                    <a:lnTo>
                      <a:pt x="17874" y="17216"/>
                    </a:lnTo>
                    <a:lnTo>
                      <a:pt x="11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4706100" y="2739075"/>
                <a:ext cx="442300" cy="580525"/>
              </a:xfrm>
              <a:custGeom>
                <a:avLst/>
                <a:gdLst/>
                <a:ahLst/>
                <a:cxnLst/>
                <a:rect l="l" t="t" r="r" b="b"/>
                <a:pathLst>
                  <a:path w="17692" h="23221" extrusionOk="0">
                    <a:moveTo>
                      <a:pt x="124" y="1"/>
                    </a:moveTo>
                    <a:lnTo>
                      <a:pt x="0" y="95"/>
                    </a:lnTo>
                    <a:lnTo>
                      <a:pt x="17567" y="23221"/>
                    </a:lnTo>
                    <a:lnTo>
                      <a:pt x="17691" y="23126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660200" y="3504225"/>
                <a:ext cx="1295850" cy="495375"/>
              </a:xfrm>
              <a:custGeom>
                <a:avLst/>
                <a:gdLst/>
                <a:ahLst/>
                <a:cxnLst/>
                <a:rect l="l" t="t" r="r" b="b"/>
                <a:pathLst>
                  <a:path w="51834" h="19815" extrusionOk="0">
                    <a:moveTo>
                      <a:pt x="56" y="0"/>
                    </a:moveTo>
                    <a:lnTo>
                      <a:pt x="1" y="146"/>
                    </a:lnTo>
                    <a:lnTo>
                      <a:pt x="51778" y="19815"/>
                    </a:lnTo>
                    <a:lnTo>
                      <a:pt x="51833" y="1966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509500" y="3316450"/>
                <a:ext cx="637800" cy="103275"/>
              </a:xfrm>
              <a:custGeom>
                <a:avLst/>
                <a:gdLst/>
                <a:ahLst/>
                <a:cxnLst/>
                <a:rect l="l" t="t" r="r" b="b"/>
                <a:pathLst>
                  <a:path w="25512" h="4131" extrusionOk="0">
                    <a:moveTo>
                      <a:pt x="25487" y="1"/>
                    </a:moveTo>
                    <a:lnTo>
                      <a:pt x="0" y="3976"/>
                    </a:lnTo>
                    <a:lnTo>
                      <a:pt x="24" y="4131"/>
                    </a:lnTo>
                    <a:lnTo>
                      <a:pt x="25511" y="155"/>
                    </a:lnTo>
                    <a:lnTo>
                      <a:pt x="254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800875" y="3219100"/>
                <a:ext cx="179625" cy="871375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855" extrusionOk="0">
                    <a:moveTo>
                      <a:pt x="154" y="1"/>
                    </a:moveTo>
                    <a:lnTo>
                      <a:pt x="1" y="32"/>
                    </a:lnTo>
                    <a:lnTo>
                      <a:pt x="7031" y="34855"/>
                    </a:lnTo>
                    <a:lnTo>
                      <a:pt x="7185" y="3482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4801125" y="2647825"/>
                <a:ext cx="282350" cy="572675"/>
              </a:xfrm>
              <a:custGeom>
                <a:avLst/>
                <a:gdLst/>
                <a:ahLst/>
                <a:cxnLst/>
                <a:rect l="l" t="t" r="r" b="b"/>
                <a:pathLst>
                  <a:path w="11294" h="22907" extrusionOk="0">
                    <a:moveTo>
                      <a:pt x="11152" y="0"/>
                    </a:moveTo>
                    <a:lnTo>
                      <a:pt x="0" y="22837"/>
                    </a:lnTo>
                    <a:lnTo>
                      <a:pt x="141" y="22906"/>
                    </a:lnTo>
                    <a:lnTo>
                      <a:pt x="11293" y="69"/>
                    </a:lnTo>
                    <a:lnTo>
                      <a:pt x="11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5079825" y="2648400"/>
                <a:ext cx="69175" cy="6698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792" extrusionOk="0">
                    <a:moveTo>
                      <a:pt x="157" y="0"/>
                    </a:moveTo>
                    <a:lnTo>
                      <a:pt x="0" y="15"/>
                    </a:lnTo>
                    <a:lnTo>
                      <a:pt x="2610" y="26792"/>
                    </a:lnTo>
                    <a:lnTo>
                      <a:pt x="2766" y="2677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145075" y="2851300"/>
                <a:ext cx="118900" cy="467275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18691" extrusionOk="0">
                    <a:moveTo>
                      <a:pt x="4604" y="1"/>
                    </a:moveTo>
                    <a:lnTo>
                      <a:pt x="1" y="18653"/>
                    </a:lnTo>
                    <a:lnTo>
                      <a:pt x="153" y="18690"/>
                    </a:lnTo>
                    <a:lnTo>
                      <a:pt x="4755" y="38"/>
                    </a:lnTo>
                    <a:lnTo>
                      <a:pt x="460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260775" y="2687325"/>
                <a:ext cx="270400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10816" h="6643" extrusionOk="0">
                    <a:moveTo>
                      <a:pt x="10734" y="1"/>
                    </a:moveTo>
                    <a:lnTo>
                      <a:pt x="0" y="6509"/>
                    </a:lnTo>
                    <a:lnTo>
                      <a:pt x="82" y="6642"/>
                    </a:lnTo>
                    <a:lnTo>
                      <a:pt x="10815" y="134"/>
                    </a:lnTo>
                    <a:lnTo>
                      <a:pt x="107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5456450" y="2689050"/>
                <a:ext cx="75675" cy="518650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746" extrusionOk="0">
                    <a:moveTo>
                      <a:pt x="2872" y="1"/>
                    </a:moveTo>
                    <a:lnTo>
                      <a:pt x="1" y="20724"/>
                    </a:lnTo>
                    <a:lnTo>
                      <a:pt x="156" y="20746"/>
                    </a:lnTo>
                    <a:lnTo>
                      <a:pt x="3027" y="22"/>
                    </a:lnTo>
                    <a:lnTo>
                      <a:pt x="28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146225" y="3205650"/>
                <a:ext cx="31272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4570" extrusionOk="0">
                    <a:moveTo>
                      <a:pt x="12457" y="0"/>
                    </a:moveTo>
                    <a:lnTo>
                      <a:pt x="1" y="4421"/>
                    </a:lnTo>
                    <a:lnTo>
                      <a:pt x="53" y="4569"/>
                    </a:lnTo>
                    <a:lnTo>
                      <a:pt x="12509" y="148"/>
                    </a:lnTo>
                    <a:lnTo>
                      <a:pt x="124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4953875" y="3206725"/>
                <a:ext cx="506200" cy="792125"/>
              </a:xfrm>
              <a:custGeom>
                <a:avLst/>
                <a:gdLst/>
                <a:ahLst/>
                <a:cxnLst/>
                <a:rect l="l" t="t" r="r" b="b"/>
                <a:pathLst>
                  <a:path w="20248" h="31685" extrusionOk="0">
                    <a:moveTo>
                      <a:pt x="20116" y="0"/>
                    </a:moveTo>
                    <a:lnTo>
                      <a:pt x="0" y="31601"/>
                    </a:lnTo>
                    <a:lnTo>
                      <a:pt x="133" y="31684"/>
                    </a:lnTo>
                    <a:lnTo>
                      <a:pt x="20248" y="85"/>
                    </a:lnTo>
                    <a:lnTo>
                      <a:pt x="20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4953625" y="3314650"/>
                <a:ext cx="196175" cy="68385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27354" extrusionOk="0">
                    <a:moveTo>
                      <a:pt x="7695" y="1"/>
                    </a:moveTo>
                    <a:lnTo>
                      <a:pt x="0" y="27311"/>
                    </a:lnTo>
                    <a:lnTo>
                      <a:pt x="151" y="27354"/>
                    </a:lnTo>
                    <a:lnTo>
                      <a:pt x="7846" y="43"/>
                    </a:lnTo>
                    <a:lnTo>
                      <a:pt x="769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508350" y="3415900"/>
                <a:ext cx="889725" cy="734650"/>
              </a:xfrm>
              <a:custGeom>
                <a:avLst/>
                <a:gdLst/>
                <a:ahLst/>
                <a:cxnLst/>
                <a:rect l="l" t="t" r="r" b="b"/>
                <a:pathLst>
                  <a:path w="35589" h="29386" extrusionOk="0">
                    <a:moveTo>
                      <a:pt x="99" y="0"/>
                    </a:moveTo>
                    <a:lnTo>
                      <a:pt x="0" y="120"/>
                    </a:lnTo>
                    <a:lnTo>
                      <a:pt x="35490" y="29386"/>
                    </a:lnTo>
                    <a:lnTo>
                      <a:pt x="35589" y="29266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4954000" y="3995975"/>
                <a:ext cx="160625" cy="159950"/>
              </a:xfrm>
              <a:custGeom>
                <a:avLst/>
                <a:gdLst/>
                <a:ahLst/>
                <a:cxnLst/>
                <a:rect l="l" t="t" r="r" b="b"/>
                <a:pathLst>
                  <a:path w="6425" h="6398" extrusionOk="0">
                    <a:moveTo>
                      <a:pt x="111" y="1"/>
                    </a:moveTo>
                    <a:lnTo>
                      <a:pt x="1" y="111"/>
                    </a:lnTo>
                    <a:lnTo>
                      <a:pt x="6314" y="6398"/>
                    </a:lnTo>
                    <a:lnTo>
                      <a:pt x="6425" y="6287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508025" y="3416250"/>
                <a:ext cx="448850" cy="582475"/>
              </a:xfrm>
              <a:custGeom>
                <a:avLst/>
                <a:gdLst/>
                <a:ahLst/>
                <a:cxnLst/>
                <a:rect l="l" t="t" r="r" b="b"/>
                <a:pathLst>
                  <a:path w="17954" h="23299" extrusionOk="0">
                    <a:moveTo>
                      <a:pt x="125" y="1"/>
                    </a:moveTo>
                    <a:lnTo>
                      <a:pt x="1" y="96"/>
                    </a:lnTo>
                    <a:lnTo>
                      <a:pt x="17829" y="23298"/>
                    </a:lnTo>
                    <a:lnTo>
                      <a:pt x="17953" y="2320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4475750" y="3995500"/>
                <a:ext cx="480250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6672" extrusionOk="0">
                    <a:moveTo>
                      <a:pt x="19159" y="1"/>
                    </a:moveTo>
                    <a:lnTo>
                      <a:pt x="1" y="6524"/>
                    </a:lnTo>
                    <a:lnTo>
                      <a:pt x="52" y="6671"/>
                    </a:lnTo>
                    <a:lnTo>
                      <a:pt x="19210" y="149"/>
                    </a:lnTo>
                    <a:lnTo>
                      <a:pt x="1915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3604000" y="3415850"/>
                <a:ext cx="906975" cy="768025"/>
              </a:xfrm>
              <a:custGeom>
                <a:avLst/>
                <a:gdLst/>
                <a:ahLst/>
                <a:cxnLst/>
                <a:rect l="l" t="t" r="r" b="b"/>
                <a:pathLst>
                  <a:path w="36279" h="30721" extrusionOk="0">
                    <a:moveTo>
                      <a:pt x="36177" y="0"/>
                    </a:moveTo>
                    <a:lnTo>
                      <a:pt x="0" y="30601"/>
                    </a:lnTo>
                    <a:lnTo>
                      <a:pt x="101" y="30720"/>
                    </a:lnTo>
                    <a:lnTo>
                      <a:pt x="36278" y="120"/>
                    </a:lnTo>
                    <a:lnTo>
                      <a:pt x="3617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4395925" y="1631375"/>
                <a:ext cx="4925" cy="5259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1039" extrusionOk="0">
                    <a:moveTo>
                      <a:pt x="157" y="1"/>
                    </a:moveTo>
                    <a:lnTo>
                      <a:pt x="0" y="2"/>
                    </a:lnTo>
                    <a:lnTo>
                      <a:pt x="40" y="21039"/>
                    </a:lnTo>
                    <a:lnTo>
                      <a:pt x="196" y="2103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4580425" y="1871775"/>
                <a:ext cx="240225" cy="472000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18880" extrusionOk="0">
                    <a:moveTo>
                      <a:pt x="9470" y="1"/>
                    </a:moveTo>
                    <a:lnTo>
                      <a:pt x="0" y="18808"/>
                    </a:lnTo>
                    <a:lnTo>
                      <a:pt x="140" y="18879"/>
                    </a:lnTo>
                    <a:lnTo>
                      <a:pt x="9609" y="71"/>
                    </a:lnTo>
                    <a:lnTo>
                      <a:pt x="947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4517975" y="1997675"/>
                <a:ext cx="565100" cy="652400"/>
              </a:xfrm>
              <a:custGeom>
                <a:avLst/>
                <a:gdLst/>
                <a:ahLst/>
                <a:cxnLst/>
                <a:rect l="l" t="t" r="r" b="b"/>
                <a:pathLst>
                  <a:path w="22604" h="26096" extrusionOk="0">
                    <a:moveTo>
                      <a:pt x="119" y="0"/>
                    </a:moveTo>
                    <a:lnTo>
                      <a:pt x="0" y="102"/>
                    </a:lnTo>
                    <a:lnTo>
                      <a:pt x="22485" y="26096"/>
                    </a:lnTo>
                    <a:lnTo>
                      <a:pt x="22603" y="25994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4707375" y="2646700"/>
                <a:ext cx="374975" cy="95125"/>
              </a:xfrm>
              <a:custGeom>
                <a:avLst/>
                <a:gdLst/>
                <a:ahLst/>
                <a:cxnLst/>
                <a:rect l="l" t="t" r="r" b="b"/>
                <a:pathLst>
                  <a:path w="14999" h="3805" extrusionOk="0">
                    <a:moveTo>
                      <a:pt x="14961" y="0"/>
                    </a:moveTo>
                    <a:lnTo>
                      <a:pt x="0" y="3653"/>
                    </a:lnTo>
                    <a:lnTo>
                      <a:pt x="38" y="3804"/>
                    </a:lnTo>
                    <a:lnTo>
                      <a:pt x="14998" y="153"/>
                    </a:lnTo>
                    <a:lnTo>
                      <a:pt x="1496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3660650" y="3415600"/>
                <a:ext cx="849150" cy="92250"/>
              </a:xfrm>
              <a:custGeom>
                <a:avLst/>
                <a:gdLst/>
                <a:ahLst/>
                <a:cxnLst/>
                <a:rect l="l" t="t" r="r" b="b"/>
                <a:pathLst>
                  <a:path w="33966" h="3690" extrusionOk="0">
                    <a:moveTo>
                      <a:pt x="33949" y="1"/>
                    </a:moveTo>
                    <a:lnTo>
                      <a:pt x="1" y="3534"/>
                    </a:lnTo>
                    <a:lnTo>
                      <a:pt x="16" y="3689"/>
                    </a:lnTo>
                    <a:lnTo>
                      <a:pt x="33966" y="156"/>
                    </a:lnTo>
                    <a:lnTo>
                      <a:pt x="339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714100" y="2302200"/>
                <a:ext cx="637731" cy="159943"/>
              </a:xfrm>
              <a:custGeom>
                <a:avLst/>
                <a:gdLst/>
                <a:ahLst/>
                <a:cxnLst/>
                <a:rect l="l" t="t" r="r" b="b"/>
                <a:pathLst>
                  <a:path w="70565" h="18571" extrusionOk="0">
                    <a:moveTo>
                      <a:pt x="70525" y="1"/>
                    </a:moveTo>
                    <a:lnTo>
                      <a:pt x="0" y="18419"/>
                    </a:lnTo>
                    <a:lnTo>
                      <a:pt x="40" y="18571"/>
                    </a:lnTo>
                    <a:lnTo>
                      <a:pt x="70565" y="152"/>
                    </a:lnTo>
                    <a:lnTo>
                      <a:pt x="705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" name="Google Shape;79;p2"/>
            <p:cNvGrpSpPr/>
            <p:nvPr/>
          </p:nvGrpSpPr>
          <p:grpSpPr>
            <a:xfrm rot="1330299">
              <a:off x="-2927266" y="12568"/>
              <a:ext cx="3944531" cy="2554417"/>
              <a:chOff x="1587775" y="1629575"/>
              <a:chExt cx="3944350" cy="2554300"/>
            </a:xfrm>
          </p:grpSpPr>
          <p:sp>
            <p:nvSpPr>
              <p:cNvPr id="80" name="Google Shape;80;p2"/>
              <p:cNvSpPr/>
              <p:nvPr/>
            </p:nvSpPr>
            <p:spPr>
              <a:xfrm>
                <a:off x="3350075" y="1629675"/>
                <a:ext cx="1047825" cy="675975"/>
              </a:xfrm>
              <a:custGeom>
                <a:avLst/>
                <a:gdLst/>
                <a:ahLst/>
                <a:cxnLst/>
                <a:rect l="l" t="t" r="r" b="b"/>
                <a:pathLst>
                  <a:path w="41913" h="27039" extrusionOk="0">
                    <a:moveTo>
                      <a:pt x="41828" y="1"/>
                    </a:moveTo>
                    <a:lnTo>
                      <a:pt x="1" y="26907"/>
                    </a:lnTo>
                    <a:lnTo>
                      <a:pt x="86" y="27039"/>
                    </a:lnTo>
                    <a:lnTo>
                      <a:pt x="41912" y="132"/>
                    </a:lnTo>
                    <a:lnTo>
                      <a:pt x="4182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3350825" y="2302175"/>
                <a:ext cx="423150" cy="95825"/>
              </a:xfrm>
              <a:custGeom>
                <a:avLst/>
                <a:gdLst/>
                <a:ahLst/>
                <a:cxnLst/>
                <a:rect l="l" t="t" r="r" b="b"/>
                <a:pathLst>
                  <a:path w="16926" h="3833" extrusionOk="0">
                    <a:moveTo>
                      <a:pt x="34" y="1"/>
                    </a:moveTo>
                    <a:lnTo>
                      <a:pt x="1" y="154"/>
                    </a:lnTo>
                    <a:lnTo>
                      <a:pt x="16892" y="3832"/>
                    </a:lnTo>
                    <a:lnTo>
                      <a:pt x="16925" y="368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3771825" y="1630200"/>
                <a:ext cx="626475" cy="767100"/>
              </a:xfrm>
              <a:custGeom>
                <a:avLst/>
                <a:gdLst/>
                <a:ahLst/>
                <a:cxnLst/>
                <a:rect l="l" t="t" r="r" b="b"/>
                <a:pathLst>
                  <a:path w="25059" h="30684" extrusionOk="0">
                    <a:moveTo>
                      <a:pt x="24937" y="1"/>
                    </a:moveTo>
                    <a:lnTo>
                      <a:pt x="1" y="30585"/>
                    </a:lnTo>
                    <a:lnTo>
                      <a:pt x="122" y="30683"/>
                    </a:lnTo>
                    <a:lnTo>
                      <a:pt x="25059" y="100"/>
                    </a:lnTo>
                    <a:lnTo>
                      <a:pt x="249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3772400" y="2216325"/>
                <a:ext cx="3402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7259" extrusionOk="0">
                    <a:moveTo>
                      <a:pt x="13538" y="0"/>
                    </a:moveTo>
                    <a:lnTo>
                      <a:pt x="0" y="7121"/>
                    </a:lnTo>
                    <a:lnTo>
                      <a:pt x="74" y="7259"/>
                    </a:lnTo>
                    <a:lnTo>
                      <a:pt x="13611" y="139"/>
                    </a:lnTo>
                    <a:lnTo>
                      <a:pt x="1353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4110025" y="2217425"/>
                <a:ext cx="79750" cy="2662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0648" extrusionOk="0">
                    <a:moveTo>
                      <a:pt x="151" y="1"/>
                    </a:moveTo>
                    <a:lnTo>
                      <a:pt x="0" y="45"/>
                    </a:lnTo>
                    <a:lnTo>
                      <a:pt x="3040" y="10648"/>
                    </a:lnTo>
                    <a:lnTo>
                      <a:pt x="3190" y="1060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3773200" y="2340800"/>
                <a:ext cx="808900" cy="57075"/>
              </a:xfrm>
              <a:custGeom>
                <a:avLst/>
                <a:gdLst/>
                <a:ahLst/>
                <a:cxnLst/>
                <a:rect l="l" t="t" r="r" b="b"/>
                <a:pathLst>
                  <a:path w="32356" h="2283" extrusionOk="0">
                    <a:moveTo>
                      <a:pt x="32345" y="0"/>
                    </a:moveTo>
                    <a:lnTo>
                      <a:pt x="1" y="2127"/>
                    </a:lnTo>
                    <a:lnTo>
                      <a:pt x="11" y="2282"/>
                    </a:lnTo>
                    <a:lnTo>
                      <a:pt x="32356" y="156"/>
                    </a:lnTo>
                    <a:lnTo>
                      <a:pt x="3234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4109975" y="1630650"/>
                <a:ext cx="288550" cy="588275"/>
              </a:xfrm>
              <a:custGeom>
                <a:avLst/>
                <a:gdLst/>
                <a:ahLst/>
                <a:cxnLst/>
                <a:rect l="l" t="t" r="r" b="b"/>
                <a:pathLst>
                  <a:path w="11542" h="23531" extrusionOk="0">
                    <a:moveTo>
                      <a:pt x="11400" y="0"/>
                    </a:moveTo>
                    <a:lnTo>
                      <a:pt x="0" y="23462"/>
                    </a:lnTo>
                    <a:lnTo>
                      <a:pt x="141" y="23530"/>
                    </a:lnTo>
                    <a:lnTo>
                      <a:pt x="11541" y="69"/>
                    </a:lnTo>
                    <a:lnTo>
                      <a:pt x="114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4398400" y="1632125"/>
                <a:ext cx="122750" cy="366800"/>
              </a:xfrm>
              <a:custGeom>
                <a:avLst/>
                <a:gdLst/>
                <a:ahLst/>
                <a:cxnLst/>
                <a:rect l="l" t="t" r="r" b="b"/>
                <a:pathLst>
                  <a:path w="4910" h="14672" extrusionOk="0">
                    <a:moveTo>
                      <a:pt x="149" y="1"/>
                    </a:moveTo>
                    <a:lnTo>
                      <a:pt x="0" y="50"/>
                    </a:lnTo>
                    <a:lnTo>
                      <a:pt x="4761" y="14671"/>
                    </a:lnTo>
                    <a:lnTo>
                      <a:pt x="4909" y="14622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4395850" y="1629575"/>
                <a:ext cx="423925" cy="244675"/>
              </a:xfrm>
              <a:custGeom>
                <a:avLst/>
                <a:gdLst/>
                <a:ahLst/>
                <a:cxnLst/>
                <a:rect l="l" t="t" r="r" b="b"/>
                <a:pathLst>
                  <a:path w="16957" h="9787" extrusionOk="0">
                    <a:moveTo>
                      <a:pt x="78" y="1"/>
                    </a:moveTo>
                    <a:lnTo>
                      <a:pt x="1" y="136"/>
                    </a:lnTo>
                    <a:lnTo>
                      <a:pt x="16878" y="9787"/>
                    </a:lnTo>
                    <a:lnTo>
                      <a:pt x="16956" y="9651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4396450" y="1997625"/>
                <a:ext cx="124775" cy="160875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6435" extrusionOk="0">
                    <a:moveTo>
                      <a:pt x="4866" y="0"/>
                    </a:moveTo>
                    <a:lnTo>
                      <a:pt x="1" y="6340"/>
                    </a:lnTo>
                    <a:lnTo>
                      <a:pt x="125" y="6435"/>
                    </a:lnTo>
                    <a:lnTo>
                      <a:pt x="4991" y="96"/>
                    </a:lnTo>
                    <a:lnTo>
                      <a:pt x="486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4111375" y="2155375"/>
                <a:ext cx="2868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11472" h="2580" extrusionOk="0">
                    <a:moveTo>
                      <a:pt x="11438" y="1"/>
                    </a:moveTo>
                    <a:lnTo>
                      <a:pt x="1" y="2427"/>
                    </a:lnTo>
                    <a:lnTo>
                      <a:pt x="34" y="2580"/>
                    </a:lnTo>
                    <a:lnTo>
                      <a:pt x="11472" y="154"/>
                    </a:lnTo>
                    <a:lnTo>
                      <a:pt x="11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4517350" y="1998600"/>
                <a:ext cx="66450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13789" extrusionOk="0">
                    <a:moveTo>
                      <a:pt x="155" y="1"/>
                    </a:moveTo>
                    <a:lnTo>
                      <a:pt x="0" y="29"/>
                    </a:lnTo>
                    <a:lnTo>
                      <a:pt x="2504" y="13788"/>
                    </a:lnTo>
                    <a:lnTo>
                      <a:pt x="2658" y="13760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4518575" y="1870775"/>
                <a:ext cx="300850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5193" extrusionOk="0">
                    <a:moveTo>
                      <a:pt x="11972" y="1"/>
                    </a:moveTo>
                    <a:lnTo>
                      <a:pt x="0" y="5049"/>
                    </a:lnTo>
                    <a:lnTo>
                      <a:pt x="62" y="5193"/>
                    </a:lnTo>
                    <a:lnTo>
                      <a:pt x="12034" y="145"/>
                    </a:lnTo>
                    <a:lnTo>
                      <a:pt x="119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4817050" y="1872175"/>
                <a:ext cx="269775" cy="774450"/>
              </a:xfrm>
              <a:custGeom>
                <a:avLst/>
                <a:gdLst/>
                <a:ahLst/>
                <a:cxnLst/>
                <a:rect l="l" t="t" r="r" b="b"/>
                <a:pathLst>
                  <a:path w="10791" h="30978" extrusionOk="0">
                    <a:moveTo>
                      <a:pt x="149" y="0"/>
                    </a:moveTo>
                    <a:lnTo>
                      <a:pt x="1" y="51"/>
                    </a:lnTo>
                    <a:lnTo>
                      <a:pt x="10643" y="30977"/>
                    </a:lnTo>
                    <a:lnTo>
                      <a:pt x="10791" y="30926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4581725" y="2233525"/>
                <a:ext cx="700025" cy="111225"/>
              </a:xfrm>
              <a:custGeom>
                <a:avLst/>
                <a:gdLst/>
                <a:ahLst/>
                <a:cxnLst/>
                <a:rect l="l" t="t" r="r" b="b"/>
                <a:pathLst>
                  <a:path w="28001" h="4449" extrusionOk="0">
                    <a:moveTo>
                      <a:pt x="27976" y="1"/>
                    </a:moveTo>
                    <a:lnTo>
                      <a:pt x="0" y="4294"/>
                    </a:lnTo>
                    <a:lnTo>
                      <a:pt x="24" y="4449"/>
                    </a:lnTo>
                    <a:lnTo>
                      <a:pt x="28000" y="155"/>
                    </a:lnTo>
                    <a:lnTo>
                      <a:pt x="2797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4818625" y="1761475"/>
                <a:ext cx="532650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1306" h="4524" extrusionOk="0">
                    <a:moveTo>
                      <a:pt x="21274" y="0"/>
                    </a:moveTo>
                    <a:lnTo>
                      <a:pt x="0" y="4370"/>
                    </a:lnTo>
                    <a:lnTo>
                      <a:pt x="32" y="4523"/>
                    </a:lnTo>
                    <a:lnTo>
                      <a:pt x="21306" y="153"/>
                    </a:lnTo>
                    <a:lnTo>
                      <a:pt x="212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4817700" y="1871325"/>
                <a:ext cx="465100" cy="366025"/>
              </a:xfrm>
              <a:custGeom>
                <a:avLst/>
                <a:gdLst/>
                <a:ahLst/>
                <a:cxnLst/>
                <a:rect l="l" t="t" r="r" b="b"/>
                <a:pathLst>
                  <a:path w="18604" h="14641" extrusionOk="0">
                    <a:moveTo>
                      <a:pt x="97" y="1"/>
                    </a:moveTo>
                    <a:lnTo>
                      <a:pt x="1" y="124"/>
                    </a:lnTo>
                    <a:lnTo>
                      <a:pt x="18508" y="14641"/>
                    </a:lnTo>
                    <a:lnTo>
                      <a:pt x="18604" y="14518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5279800" y="1763000"/>
                <a:ext cx="73050" cy="472775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8911" extrusionOk="0">
                    <a:moveTo>
                      <a:pt x="2766" y="1"/>
                    </a:moveTo>
                    <a:lnTo>
                      <a:pt x="1" y="18887"/>
                    </a:lnTo>
                    <a:lnTo>
                      <a:pt x="155" y="18910"/>
                    </a:lnTo>
                    <a:lnTo>
                      <a:pt x="2921" y="24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4356300" y="2342075"/>
                <a:ext cx="2275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17822" extrusionOk="0">
                    <a:moveTo>
                      <a:pt x="8960" y="0"/>
                    </a:moveTo>
                    <a:lnTo>
                      <a:pt x="0" y="17752"/>
                    </a:lnTo>
                    <a:lnTo>
                      <a:pt x="140" y="17822"/>
                    </a:lnTo>
                    <a:lnTo>
                      <a:pt x="9100" y="71"/>
                    </a:lnTo>
                    <a:lnTo>
                      <a:pt x="89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4187225" y="2343825"/>
                <a:ext cx="398800" cy="141300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5652" extrusionOk="0">
                    <a:moveTo>
                      <a:pt x="15900" y="0"/>
                    </a:moveTo>
                    <a:lnTo>
                      <a:pt x="1" y="5503"/>
                    </a:lnTo>
                    <a:lnTo>
                      <a:pt x="52" y="5651"/>
                    </a:lnTo>
                    <a:lnTo>
                      <a:pt x="15951" y="148"/>
                    </a:lnTo>
                    <a:lnTo>
                      <a:pt x="159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356275" y="2786225"/>
                <a:ext cx="155775" cy="635150"/>
              </a:xfrm>
              <a:custGeom>
                <a:avLst/>
                <a:gdLst/>
                <a:ahLst/>
                <a:cxnLst/>
                <a:rect l="l" t="t" r="r" b="b"/>
                <a:pathLst>
                  <a:path w="6231" h="25406" extrusionOk="0">
                    <a:moveTo>
                      <a:pt x="152" y="0"/>
                    </a:moveTo>
                    <a:lnTo>
                      <a:pt x="0" y="37"/>
                    </a:lnTo>
                    <a:lnTo>
                      <a:pt x="6078" y="25405"/>
                    </a:lnTo>
                    <a:lnTo>
                      <a:pt x="6230" y="25369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4507850" y="2739350"/>
                <a:ext cx="201700" cy="678675"/>
              </a:xfrm>
              <a:custGeom>
                <a:avLst/>
                <a:gdLst/>
                <a:ahLst/>
                <a:cxnLst/>
                <a:rect l="l" t="t" r="r" b="b"/>
                <a:pathLst>
                  <a:path w="8068" h="27147" extrusionOk="0">
                    <a:moveTo>
                      <a:pt x="7918" y="0"/>
                    </a:moveTo>
                    <a:lnTo>
                      <a:pt x="0" y="27103"/>
                    </a:lnTo>
                    <a:lnTo>
                      <a:pt x="151" y="27147"/>
                    </a:lnTo>
                    <a:lnTo>
                      <a:pt x="8068" y="44"/>
                    </a:lnTo>
                    <a:lnTo>
                      <a:pt x="791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580250" y="2342250"/>
                <a:ext cx="129275" cy="398350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15934" extrusionOk="0">
                    <a:moveTo>
                      <a:pt x="150" y="1"/>
                    </a:moveTo>
                    <a:lnTo>
                      <a:pt x="1" y="48"/>
                    </a:lnTo>
                    <a:lnTo>
                      <a:pt x="5022" y="15933"/>
                    </a:lnTo>
                    <a:lnTo>
                      <a:pt x="5171" y="15886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4581125" y="2341450"/>
                <a:ext cx="501575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0063" h="12369" extrusionOk="0">
                    <a:moveTo>
                      <a:pt x="83" y="0"/>
                    </a:moveTo>
                    <a:lnTo>
                      <a:pt x="0" y="134"/>
                    </a:lnTo>
                    <a:lnTo>
                      <a:pt x="19980" y="12369"/>
                    </a:lnTo>
                    <a:lnTo>
                      <a:pt x="20063" y="1223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5079850" y="2234575"/>
                <a:ext cx="203400" cy="4148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16595" extrusionOk="0">
                    <a:moveTo>
                      <a:pt x="7995" y="0"/>
                    </a:moveTo>
                    <a:lnTo>
                      <a:pt x="0" y="16526"/>
                    </a:lnTo>
                    <a:lnTo>
                      <a:pt x="141" y="16595"/>
                    </a:lnTo>
                    <a:lnTo>
                      <a:pt x="8136" y="69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5279925" y="2234825"/>
                <a:ext cx="252200" cy="455475"/>
              </a:xfrm>
              <a:custGeom>
                <a:avLst/>
                <a:gdLst/>
                <a:ahLst/>
                <a:cxnLst/>
                <a:rect l="l" t="t" r="r" b="b"/>
                <a:pathLst>
                  <a:path w="10088" h="18219" extrusionOk="0">
                    <a:moveTo>
                      <a:pt x="137" y="1"/>
                    </a:moveTo>
                    <a:lnTo>
                      <a:pt x="0" y="76"/>
                    </a:lnTo>
                    <a:lnTo>
                      <a:pt x="9951" y="18219"/>
                    </a:lnTo>
                    <a:lnTo>
                      <a:pt x="10088" y="1814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081725" y="2646725"/>
                <a:ext cx="449050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962" h="1775" extrusionOk="0">
                    <a:moveTo>
                      <a:pt x="15" y="0"/>
                    </a:moveTo>
                    <a:lnTo>
                      <a:pt x="0" y="156"/>
                    </a:lnTo>
                    <a:lnTo>
                      <a:pt x="17948" y="1774"/>
                    </a:lnTo>
                    <a:lnTo>
                      <a:pt x="17961" y="1619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4707225" y="2738300"/>
                <a:ext cx="555075" cy="115725"/>
              </a:xfrm>
              <a:custGeom>
                <a:avLst/>
                <a:gdLst/>
                <a:ahLst/>
                <a:cxnLst/>
                <a:rect l="l" t="t" r="r" b="b"/>
                <a:pathLst>
                  <a:path w="22203" h="4629" extrusionOk="0">
                    <a:moveTo>
                      <a:pt x="31" y="1"/>
                    </a:moveTo>
                    <a:lnTo>
                      <a:pt x="0" y="154"/>
                    </a:lnTo>
                    <a:lnTo>
                      <a:pt x="22171" y="4628"/>
                    </a:lnTo>
                    <a:lnTo>
                      <a:pt x="22203" y="4475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4358500" y="2738150"/>
                <a:ext cx="349475" cy="53150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2126" extrusionOk="0">
                    <a:moveTo>
                      <a:pt x="13956" y="0"/>
                    </a:moveTo>
                    <a:lnTo>
                      <a:pt x="1" y="1971"/>
                    </a:lnTo>
                    <a:lnTo>
                      <a:pt x="23" y="2126"/>
                    </a:lnTo>
                    <a:lnTo>
                      <a:pt x="13978" y="156"/>
                    </a:lnTo>
                    <a:lnTo>
                      <a:pt x="139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4357225" y="2787675"/>
                <a:ext cx="446875" cy="433225"/>
              </a:xfrm>
              <a:custGeom>
                <a:avLst/>
                <a:gdLst/>
                <a:ahLst/>
                <a:cxnLst/>
                <a:rect l="l" t="t" r="r" b="b"/>
                <a:pathLst>
                  <a:path w="17875" h="17329" extrusionOk="0">
                    <a:moveTo>
                      <a:pt x="110" y="1"/>
                    </a:moveTo>
                    <a:lnTo>
                      <a:pt x="1" y="114"/>
                    </a:lnTo>
                    <a:lnTo>
                      <a:pt x="17765" y="17329"/>
                    </a:lnTo>
                    <a:lnTo>
                      <a:pt x="17874" y="17216"/>
                    </a:lnTo>
                    <a:lnTo>
                      <a:pt x="11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4706100" y="2739075"/>
                <a:ext cx="442300" cy="580525"/>
              </a:xfrm>
              <a:custGeom>
                <a:avLst/>
                <a:gdLst/>
                <a:ahLst/>
                <a:cxnLst/>
                <a:rect l="l" t="t" r="r" b="b"/>
                <a:pathLst>
                  <a:path w="17692" h="23221" extrusionOk="0">
                    <a:moveTo>
                      <a:pt x="124" y="1"/>
                    </a:moveTo>
                    <a:lnTo>
                      <a:pt x="0" y="95"/>
                    </a:lnTo>
                    <a:lnTo>
                      <a:pt x="17567" y="23221"/>
                    </a:lnTo>
                    <a:lnTo>
                      <a:pt x="17691" y="23126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660200" y="3504225"/>
                <a:ext cx="1295850" cy="495375"/>
              </a:xfrm>
              <a:custGeom>
                <a:avLst/>
                <a:gdLst/>
                <a:ahLst/>
                <a:cxnLst/>
                <a:rect l="l" t="t" r="r" b="b"/>
                <a:pathLst>
                  <a:path w="51834" h="19815" extrusionOk="0">
                    <a:moveTo>
                      <a:pt x="56" y="0"/>
                    </a:moveTo>
                    <a:lnTo>
                      <a:pt x="1" y="146"/>
                    </a:lnTo>
                    <a:lnTo>
                      <a:pt x="51778" y="19815"/>
                    </a:lnTo>
                    <a:lnTo>
                      <a:pt x="51833" y="1966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509500" y="3316450"/>
                <a:ext cx="637800" cy="103275"/>
              </a:xfrm>
              <a:custGeom>
                <a:avLst/>
                <a:gdLst/>
                <a:ahLst/>
                <a:cxnLst/>
                <a:rect l="l" t="t" r="r" b="b"/>
                <a:pathLst>
                  <a:path w="25512" h="4131" extrusionOk="0">
                    <a:moveTo>
                      <a:pt x="25487" y="1"/>
                    </a:moveTo>
                    <a:lnTo>
                      <a:pt x="0" y="3976"/>
                    </a:lnTo>
                    <a:lnTo>
                      <a:pt x="24" y="4131"/>
                    </a:lnTo>
                    <a:lnTo>
                      <a:pt x="25511" y="155"/>
                    </a:lnTo>
                    <a:lnTo>
                      <a:pt x="254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800875" y="3219107"/>
                <a:ext cx="159884" cy="774217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855" extrusionOk="0">
                    <a:moveTo>
                      <a:pt x="154" y="1"/>
                    </a:moveTo>
                    <a:lnTo>
                      <a:pt x="1" y="32"/>
                    </a:lnTo>
                    <a:lnTo>
                      <a:pt x="7031" y="34855"/>
                    </a:lnTo>
                    <a:lnTo>
                      <a:pt x="7185" y="3482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4801125" y="2647825"/>
                <a:ext cx="282350" cy="572675"/>
              </a:xfrm>
              <a:custGeom>
                <a:avLst/>
                <a:gdLst/>
                <a:ahLst/>
                <a:cxnLst/>
                <a:rect l="l" t="t" r="r" b="b"/>
                <a:pathLst>
                  <a:path w="11294" h="22907" extrusionOk="0">
                    <a:moveTo>
                      <a:pt x="11152" y="0"/>
                    </a:moveTo>
                    <a:lnTo>
                      <a:pt x="0" y="22837"/>
                    </a:lnTo>
                    <a:lnTo>
                      <a:pt x="141" y="22906"/>
                    </a:lnTo>
                    <a:lnTo>
                      <a:pt x="11293" y="69"/>
                    </a:lnTo>
                    <a:lnTo>
                      <a:pt x="11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5079825" y="2648400"/>
                <a:ext cx="69175" cy="6698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792" extrusionOk="0">
                    <a:moveTo>
                      <a:pt x="157" y="0"/>
                    </a:moveTo>
                    <a:lnTo>
                      <a:pt x="0" y="15"/>
                    </a:lnTo>
                    <a:lnTo>
                      <a:pt x="2610" y="26792"/>
                    </a:lnTo>
                    <a:lnTo>
                      <a:pt x="2766" y="2677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5145075" y="2851300"/>
                <a:ext cx="118900" cy="467275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18691" extrusionOk="0">
                    <a:moveTo>
                      <a:pt x="4604" y="1"/>
                    </a:moveTo>
                    <a:lnTo>
                      <a:pt x="1" y="18653"/>
                    </a:lnTo>
                    <a:lnTo>
                      <a:pt x="153" y="18690"/>
                    </a:lnTo>
                    <a:lnTo>
                      <a:pt x="4755" y="38"/>
                    </a:lnTo>
                    <a:lnTo>
                      <a:pt x="460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260775" y="2687325"/>
                <a:ext cx="270400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10816" h="6643" extrusionOk="0">
                    <a:moveTo>
                      <a:pt x="10734" y="1"/>
                    </a:moveTo>
                    <a:lnTo>
                      <a:pt x="0" y="6509"/>
                    </a:lnTo>
                    <a:lnTo>
                      <a:pt x="82" y="6642"/>
                    </a:lnTo>
                    <a:lnTo>
                      <a:pt x="10815" y="134"/>
                    </a:lnTo>
                    <a:lnTo>
                      <a:pt x="107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5456450" y="2689050"/>
                <a:ext cx="75675" cy="518650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746" extrusionOk="0">
                    <a:moveTo>
                      <a:pt x="2872" y="1"/>
                    </a:moveTo>
                    <a:lnTo>
                      <a:pt x="1" y="20724"/>
                    </a:lnTo>
                    <a:lnTo>
                      <a:pt x="156" y="20746"/>
                    </a:lnTo>
                    <a:lnTo>
                      <a:pt x="3027" y="22"/>
                    </a:lnTo>
                    <a:lnTo>
                      <a:pt x="28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5146225" y="3205650"/>
                <a:ext cx="31272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4570" extrusionOk="0">
                    <a:moveTo>
                      <a:pt x="12457" y="0"/>
                    </a:moveTo>
                    <a:lnTo>
                      <a:pt x="1" y="4421"/>
                    </a:lnTo>
                    <a:lnTo>
                      <a:pt x="53" y="4569"/>
                    </a:lnTo>
                    <a:lnTo>
                      <a:pt x="12509" y="148"/>
                    </a:lnTo>
                    <a:lnTo>
                      <a:pt x="124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953875" y="3206725"/>
                <a:ext cx="506200" cy="792125"/>
              </a:xfrm>
              <a:custGeom>
                <a:avLst/>
                <a:gdLst/>
                <a:ahLst/>
                <a:cxnLst/>
                <a:rect l="l" t="t" r="r" b="b"/>
                <a:pathLst>
                  <a:path w="20248" h="31685" extrusionOk="0">
                    <a:moveTo>
                      <a:pt x="20116" y="0"/>
                    </a:moveTo>
                    <a:lnTo>
                      <a:pt x="0" y="31601"/>
                    </a:lnTo>
                    <a:lnTo>
                      <a:pt x="133" y="31684"/>
                    </a:lnTo>
                    <a:lnTo>
                      <a:pt x="20248" y="85"/>
                    </a:lnTo>
                    <a:lnTo>
                      <a:pt x="20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953625" y="3314650"/>
                <a:ext cx="196175" cy="68385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27354" extrusionOk="0">
                    <a:moveTo>
                      <a:pt x="7695" y="1"/>
                    </a:moveTo>
                    <a:lnTo>
                      <a:pt x="0" y="27311"/>
                    </a:lnTo>
                    <a:lnTo>
                      <a:pt x="151" y="27354"/>
                    </a:lnTo>
                    <a:lnTo>
                      <a:pt x="7846" y="43"/>
                    </a:lnTo>
                    <a:lnTo>
                      <a:pt x="769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508351" y="3415900"/>
                <a:ext cx="536949" cy="443729"/>
              </a:xfrm>
              <a:custGeom>
                <a:avLst/>
                <a:gdLst/>
                <a:ahLst/>
                <a:cxnLst/>
                <a:rect l="l" t="t" r="r" b="b"/>
                <a:pathLst>
                  <a:path w="35589" h="29386" extrusionOk="0">
                    <a:moveTo>
                      <a:pt x="99" y="0"/>
                    </a:moveTo>
                    <a:lnTo>
                      <a:pt x="0" y="120"/>
                    </a:lnTo>
                    <a:lnTo>
                      <a:pt x="35490" y="29386"/>
                    </a:lnTo>
                    <a:lnTo>
                      <a:pt x="35589" y="29266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508025" y="3416250"/>
                <a:ext cx="448850" cy="582475"/>
              </a:xfrm>
              <a:custGeom>
                <a:avLst/>
                <a:gdLst/>
                <a:ahLst/>
                <a:cxnLst/>
                <a:rect l="l" t="t" r="r" b="b"/>
                <a:pathLst>
                  <a:path w="17954" h="23299" extrusionOk="0">
                    <a:moveTo>
                      <a:pt x="125" y="1"/>
                    </a:moveTo>
                    <a:lnTo>
                      <a:pt x="1" y="96"/>
                    </a:lnTo>
                    <a:lnTo>
                      <a:pt x="17829" y="23298"/>
                    </a:lnTo>
                    <a:lnTo>
                      <a:pt x="17953" y="2320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4475750" y="3995500"/>
                <a:ext cx="480250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6672" extrusionOk="0">
                    <a:moveTo>
                      <a:pt x="19159" y="1"/>
                    </a:moveTo>
                    <a:lnTo>
                      <a:pt x="1" y="6524"/>
                    </a:lnTo>
                    <a:lnTo>
                      <a:pt x="52" y="6671"/>
                    </a:lnTo>
                    <a:lnTo>
                      <a:pt x="19210" y="149"/>
                    </a:lnTo>
                    <a:lnTo>
                      <a:pt x="1915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604000" y="3415850"/>
                <a:ext cx="906975" cy="768025"/>
              </a:xfrm>
              <a:custGeom>
                <a:avLst/>
                <a:gdLst/>
                <a:ahLst/>
                <a:cxnLst/>
                <a:rect l="l" t="t" r="r" b="b"/>
                <a:pathLst>
                  <a:path w="36279" h="30721" extrusionOk="0">
                    <a:moveTo>
                      <a:pt x="36177" y="0"/>
                    </a:moveTo>
                    <a:lnTo>
                      <a:pt x="0" y="30601"/>
                    </a:lnTo>
                    <a:lnTo>
                      <a:pt x="101" y="30720"/>
                    </a:lnTo>
                    <a:lnTo>
                      <a:pt x="36278" y="120"/>
                    </a:lnTo>
                    <a:lnTo>
                      <a:pt x="3617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4395925" y="1631375"/>
                <a:ext cx="4925" cy="5259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1039" extrusionOk="0">
                    <a:moveTo>
                      <a:pt x="157" y="1"/>
                    </a:moveTo>
                    <a:lnTo>
                      <a:pt x="0" y="2"/>
                    </a:lnTo>
                    <a:lnTo>
                      <a:pt x="40" y="21039"/>
                    </a:lnTo>
                    <a:lnTo>
                      <a:pt x="196" y="2103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4580425" y="1871775"/>
                <a:ext cx="240225" cy="472000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18880" extrusionOk="0">
                    <a:moveTo>
                      <a:pt x="9470" y="1"/>
                    </a:moveTo>
                    <a:lnTo>
                      <a:pt x="0" y="18808"/>
                    </a:lnTo>
                    <a:lnTo>
                      <a:pt x="140" y="18879"/>
                    </a:lnTo>
                    <a:lnTo>
                      <a:pt x="9609" y="71"/>
                    </a:lnTo>
                    <a:lnTo>
                      <a:pt x="947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4517975" y="1997675"/>
                <a:ext cx="565100" cy="652400"/>
              </a:xfrm>
              <a:custGeom>
                <a:avLst/>
                <a:gdLst/>
                <a:ahLst/>
                <a:cxnLst/>
                <a:rect l="l" t="t" r="r" b="b"/>
                <a:pathLst>
                  <a:path w="22604" h="26096" extrusionOk="0">
                    <a:moveTo>
                      <a:pt x="119" y="0"/>
                    </a:moveTo>
                    <a:lnTo>
                      <a:pt x="0" y="102"/>
                    </a:lnTo>
                    <a:lnTo>
                      <a:pt x="22485" y="26096"/>
                    </a:lnTo>
                    <a:lnTo>
                      <a:pt x="22603" y="25994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4707375" y="2646700"/>
                <a:ext cx="374975" cy="95125"/>
              </a:xfrm>
              <a:custGeom>
                <a:avLst/>
                <a:gdLst/>
                <a:ahLst/>
                <a:cxnLst/>
                <a:rect l="l" t="t" r="r" b="b"/>
                <a:pathLst>
                  <a:path w="14999" h="3805" extrusionOk="0">
                    <a:moveTo>
                      <a:pt x="14961" y="0"/>
                    </a:moveTo>
                    <a:lnTo>
                      <a:pt x="0" y="3653"/>
                    </a:lnTo>
                    <a:lnTo>
                      <a:pt x="38" y="3804"/>
                    </a:lnTo>
                    <a:lnTo>
                      <a:pt x="14998" y="153"/>
                    </a:lnTo>
                    <a:lnTo>
                      <a:pt x="1496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3660650" y="3415600"/>
                <a:ext cx="849150" cy="92250"/>
              </a:xfrm>
              <a:custGeom>
                <a:avLst/>
                <a:gdLst/>
                <a:ahLst/>
                <a:cxnLst/>
                <a:rect l="l" t="t" r="r" b="b"/>
                <a:pathLst>
                  <a:path w="33966" h="3690" extrusionOk="0">
                    <a:moveTo>
                      <a:pt x="33949" y="1"/>
                    </a:moveTo>
                    <a:lnTo>
                      <a:pt x="1" y="3534"/>
                    </a:lnTo>
                    <a:lnTo>
                      <a:pt x="16" y="3689"/>
                    </a:lnTo>
                    <a:lnTo>
                      <a:pt x="33966" y="156"/>
                    </a:lnTo>
                    <a:lnTo>
                      <a:pt x="339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587775" y="2302200"/>
                <a:ext cx="1764125" cy="464275"/>
              </a:xfrm>
              <a:custGeom>
                <a:avLst/>
                <a:gdLst/>
                <a:ahLst/>
                <a:cxnLst/>
                <a:rect l="l" t="t" r="r" b="b"/>
                <a:pathLst>
                  <a:path w="70565" h="18571" extrusionOk="0">
                    <a:moveTo>
                      <a:pt x="70525" y="1"/>
                    </a:moveTo>
                    <a:lnTo>
                      <a:pt x="0" y="18419"/>
                    </a:lnTo>
                    <a:lnTo>
                      <a:pt x="40" y="18571"/>
                    </a:lnTo>
                    <a:lnTo>
                      <a:pt x="70565" y="152"/>
                    </a:lnTo>
                    <a:lnTo>
                      <a:pt x="705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" name="Google Shape;139;p2"/>
          <p:cNvGrpSpPr/>
          <p:nvPr/>
        </p:nvGrpSpPr>
        <p:grpSpPr>
          <a:xfrm>
            <a:off x="8492806" y="417769"/>
            <a:ext cx="525057" cy="1126338"/>
            <a:chOff x="8369125" y="417750"/>
            <a:chExt cx="662700" cy="1421606"/>
          </a:xfrm>
        </p:grpSpPr>
        <p:sp>
          <p:nvSpPr>
            <p:cNvPr id="140" name="Google Shape;140;p2"/>
            <p:cNvSpPr/>
            <p:nvPr/>
          </p:nvSpPr>
          <p:spPr>
            <a:xfrm rot="5400000">
              <a:off x="8369125" y="417750"/>
              <a:ext cx="662700" cy="662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 rot="5400000">
              <a:off x="8369125" y="800667"/>
              <a:ext cx="662700" cy="662700"/>
            </a:xfrm>
            <a:prstGeom prst="ellipse">
              <a:avLst/>
            </a:prstGeom>
            <a:solidFill>
              <a:srgbClr val="D5DEF3">
                <a:alpha val="38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 rot="5400000">
              <a:off x="8369125" y="1176656"/>
              <a:ext cx="662700" cy="6627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>
            <a:spLocks noGrp="1"/>
          </p:cNvSpPr>
          <p:nvPr>
            <p:ph type="title"/>
          </p:nvPr>
        </p:nvSpPr>
        <p:spPr>
          <a:xfrm>
            <a:off x="4047175" y="2418475"/>
            <a:ext cx="39435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5" name="Google Shape;145;p3"/>
          <p:cNvSpPr txBox="1">
            <a:spLocks noGrp="1"/>
          </p:cNvSpPr>
          <p:nvPr>
            <p:ph type="title" idx="2" hasCustomPrompt="1"/>
          </p:nvPr>
        </p:nvSpPr>
        <p:spPr>
          <a:xfrm>
            <a:off x="4243600" y="1576675"/>
            <a:ext cx="1117500" cy="841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3"/>
          <p:cNvSpPr>
            <a:spLocks noGrp="1"/>
          </p:cNvSpPr>
          <p:nvPr>
            <p:ph type="pic" idx="3"/>
          </p:nvPr>
        </p:nvSpPr>
        <p:spPr>
          <a:xfrm>
            <a:off x="721775" y="511550"/>
            <a:ext cx="2718900" cy="4097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47" name="Google Shape;147;p3"/>
          <p:cNvGrpSpPr/>
          <p:nvPr/>
        </p:nvGrpSpPr>
        <p:grpSpPr>
          <a:xfrm>
            <a:off x="-83823" y="257095"/>
            <a:ext cx="9549123" cy="4703400"/>
            <a:chOff x="-83823" y="257095"/>
            <a:chExt cx="9549123" cy="4703400"/>
          </a:xfrm>
        </p:grpSpPr>
        <p:sp>
          <p:nvSpPr>
            <p:cNvPr id="148" name="Google Shape;148;p3"/>
            <p:cNvSpPr/>
            <p:nvPr/>
          </p:nvSpPr>
          <p:spPr>
            <a:xfrm>
              <a:off x="-83700" y="257100"/>
              <a:ext cx="95490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 rot="5400000">
              <a:off x="6256900" y="2429095"/>
              <a:ext cx="47034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-83823" y="4590225"/>
              <a:ext cx="9549000" cy="359400"/>
            </a:xfrm>
            <a:prstGeom prst="rect">
              <a:avLst/>
            </a:prstGeom>
            <a:solidFill>
              <a:srgbClr val="A9D0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249000" y="0"/>
            <a:ext cx="8706650" cy="5135100"/>
            <a:chOff x="249000" y="0"/>
            <a:chExt cx="8706650" cy="5135100"/>
          </a:xfrm>
        </p:grpSpPr>
        <p:cxnSp>
          <p:nvCxnSpPr>
            <p:cNvPr id="152" name="Google Shape;152;p3"/>
            <p:cNvCxnSpPr/>
            <p:nvPr/>
          </p:nvCxnSpPr>
          <p:spPr>
            <a:xfrm>
              <a:off x="8955650" y="0"/>
              <a:ext cx="0" cy="513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3"/>
            <p:cNvCxnSpPr/>
            <p:nvPr/>
          </p:nvCxnSpPr>
          <p:spPr>
            <a:xfrm>
              <a:off x="249000" y="0"/>
              <a:ext cx="0" cy="513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" name="Google Shape;154;p3"/>
          <p:cNvGrpSpPr/>
          <p:nvPr/>
        </p:nvGrpSpPr>
        <p:grpSpPr>
          <a:xfrm rot="7665685">
            <a:off x="7606192" y="4289719"/>
            <a:ext cx="1488886" cy="1351831"/>
            <a:chOff x="3659575" y="2647825"/>
            <a:chExt cx="1488825" cy="1351775"/>
          </a:xfrm>
        </p:grpSpPr>
        <p:sp>
          <p:nvSpPr>
            <p:cNvPr id="155" name="Google Shape;155;p3"/>
            <p:cNvSpPr/>
            <p:nvPr/>
          </p:nvSpPr>
          <p:spPr>
            <a:xfrm>
              <a:off x="4356275" y="2786225"/>
              <a:ext cx="155775" cy="635150"/>
            </a:xfrm>
            <a:custGeom>
              <a:avLst/>
              <a:gdLst/>
              <a:ahLst/>
              <a:cxnLst/>
              <a:rect l="l" t="t" r="r" b="b"/>
              <a:pathLst>
                <a:path w="6231" h="25406" extrusionOk="0">
                  <a:moveTo>
                    <a:pt x="152" y="0"/>
                  </a:moveTo>
                  <a:lnTo>
                    <a:pt x="0" y="37"/>
                  </a:lnTo>
                  <a:lnTo>
                    <a:pt x="6078" y="25405"/>
                  </a:lnTo>
                  <a:lnTo>
                    <a:pt x="6230" y="25369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507850" y="2739350"/>
              <a:ext cx="201700" cy="678675"/>
            </a:xfrm>
            <a:custGeom>
              <a:avLst/>
              <a:gdLst/>
              <a:ahLst/>
              <a:cxnLst/>
              <a:rect l="l" t="t" r="r" b="b"/>
              <a:pathLst>
                <a:path w="8068" h="27147" extrusionOk="0">
                  <a:moveTo>
                    <a:pt x="7918" y="0"/>
                  </a:moveTo>
                  <a:lnTo>
                    <a:pt x="0" y="27103"/>
                  </a:lnTo>
                  <a:lnTo>
                    <a:pt x="151" y="27147"/>
                  </a:lnTo>
                  <a:lnTo>
                    <a:pt x="8068" y="44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59575" y="2787825"/>
              <a:ext cx="700625" cy="719450"/>
            </a:xfrm>
            <a:custGeom>
              <a:avLst/>
              <a:gdLst/>
              <a:ahLst/>
              <a:cxnLst/>
              <a:rect l="l" t="t" r="r" b="b"/>
              <a:pathLst>
                <a:path w="28025" h="28778" extrusionOk="0">
                  <a:moveTo>
                    <a:pt x="27913" y="0"/>
                  </a:moveTo>
                  <a:lnTo>
                    <a:pt x="1" y="28668"/>
                  </a:lnTo>
                  <a:lnTo>
                    <a:pt x="113" y="28777"/>
                  </a:lnTo>
                  <a:lnTo>
                    <a:pt x="28025" y="110"/>
                  </a:lnTo>
                  <a:lnTo>
                    <a:pt x="2791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357225" y="2787675"/>
              <a:ext cx="446875" cy="433225"/>
            </a:xfrm>
            <a:custGeom>
              <a:avLst/>
              <a:gdLst/>
              <a:ahLst/>
              <a:cxnLst/>
              <a:rect l="l" t="t" r="r" b="b"/>
              <a:pathLst>
                <a:path w="17875" h="17329" extrusionOk="0">
                  <a:moveTo>
                    <a:pt x="110" y="1"/>
                  </a:moveTo>
                  <a:lnTo>
                    <a:pt x="1" y="114"/>
                  </a:lnTo>
                  <a:lnTo>
                    <a:pt x="17765" y="17329"/>
                  </a:lnTo>
                  <a:lnTo>
                    <a:pt x="17874" y="17216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660200" y="3504225"/>
              <a:ext cx="1295850" cy="495375"/>
            </a:xfrm>
            <a:custGeom>
              <a:avLst/>
              <a:gdLst/>
              <a:ahLst/>
              <a:cxnLst/>
              <a:rect l="l" t="t" r="r" b="b"/>
              <a:pathLst>
                <a:path w="51834" h="19815" extrusionOk="0">
                  <a:moveTo>
                    <a:pt x="56" y="0"/>
                  </a:moveTo>
                  <a:lnTo>
                    <a:pt x="1" y="146"/>
                  </a:lnTo>
                  <a:lnTo>
                    <a:pt x="51778" y="19815"/>
                  </a:lnTo>
                  <a:lnTo>
                    <a:pt x="51833" y="19669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509500" y="3316450"/>
              <a:ext cx="637800" cy="103275"/>
            </a:xfrm>
            <a:custGeom>
              <a:avLst/>
              <a:gdLst/>
              <a:ahLst/>
              <a:cxnLst/>
              <a:rect l="l" t="t" r="r" b="b"/>
              <a:pathLst>
                <a:path w="25512" h="4131" extrusionOk="0">
                  <a:moveTo>
                    <a:pt x="25487" y="1"/>
                  </a:moveTo>
                  <a:lnTo>
                    <a:pt x="0" y="3976"/>
                  </a:lnTo>
                  <a:lnTo>
                    <a:pt x="24" y="4131"/>
                  </a:lnTo>
                  <a:lnTo>
                    <a:pt x="25511" y="155"/>
                  </a:lnTo>
                  <a:lnTo>
                    <a:pt x="2548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800875" y="3219107"/>
              <a:ext cx="159884" cy="774217"/>
            </a:xfrm>
            <a:custGeom>
              <a:avLst/>
              <a:gdLst/>
              <a:ahLst/>
              <a:cxnLst/>
              <a:rect l="l" t="t" r="r" b="b"/>
              <a:pathLst>
                <a:path w="7185" h="34855" extrusionOk="0">
                  <a:moveTo>
                    <a:pt x="154" y="1"/>
                  </a:moveTo>
                  <a:lnTo>
                    <a:pt x="1" y="32"/>
                  </a:lnTo>
                  <a:lnTo>
                    <a:pt x="7031" y="34855"/>
                  </a:lnTo>
                  <a:lnTo>
                    <a:pt x="7185" y="3482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508351" y="3415900"/>
              <a:ext cx="536949" cy="443729"/>
            </a:xfrm>
            <a:custGeom>
              <a:avLst/>
              <a:gdLst/>
              <a:ahLst/>
              <a:cxnLst/>
              <a:rect l="l" t="t" r="r" b="b"/>
              <a:pathLst>
                <a:path w="35589" h="29386" extrusionOk="0">
                  <a:moveTo>
                    <a:pt x="99" y="0"/>
                  </a:moveTo>
                  <a:lnTo>
                    <a:pt x="0" y="120"/>
                  </a:lnTo>
                  <a:lnTo>
                    <a:pt x="35490" y="29386"/>
                  </a:lnTo>
                  <a:lnTo>
                    <a:pt x="35589" y="29266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508025" y="3416250"/>
              <a:ext cx="448850" cy="582475"/>
            </a:xfrm>
            <a:custGeom>
              <a:avLst/>
              <a:gdLst/>
              <a:ahLst/>
              <a:cxnLst/>
              <a:rect l="l" t="t" r="r" b="b"/>
              <a:pathLst>
                <a:path w="17954" h="23299" extrusionOk="0">
                  <a:moveTo>
                    <a:pt x="125" y="1"/>
                  </a:moveTo>
                  <a:lnTo>
                    <a:pt x="1" y="96"/>
                  </a:lnTo>
                  <a:lnTo>
                    <a:pt x="17829" y="23298"/>
                  </a:lnTo>
                  <a:lnTo>
                    <a:pt x="17953" y="2320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660650" y="3415600"/>
              <a:ext cx="849150" cy="92250"/>
            </a:xfrm>
            <a:custGeom>
              <a:avLst/>
              <a:gdLst/>
              <a:ahLst/>
              <a:cxnLst/>
              <a:rect l="l" t="t" r="r" b="b"/>
              <a:pathLst>
                <a:path w="33966" h="3690" extrusionOk="0">
                  <a:moveTo>
                    <a:pt x="33949" y="1"/>
                  </a:moveTo>
                  <a:lnTo>
                    <a:pt x="1" y="3534"/>
                  </a:lnTo>
                  <a:lnTo>
                    <a:pt x="16" y="3689"/>
                  </a:lnTo>
                  <a:lnTo>
                    <a:pt x="33966" y="156"/>
                  </a:lnTo>
                  <a:lnTo>
                    <a:pt x="3394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720000" y="1068925"/>
            <a:ext cx="7704000" cy="3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70" name="Google Shape;170;p4"/>
          <p:cNvGrpSpPr/>
          <p:nvPr/>
        </p:nvGrpSpPr>
        <p:grpSpPr>
          <a:xfrm>
            <a:off x="-55300" y="-71800"/>
            <a:ext cx="9288915" cy="5340900"/>
            <a:chOff x="-55300" y="-71800"/>
            <a:chExt cx="9288915" cy="5340900"/>
          </a:xfrm>
        </p:grpSpPr>
        <p:grpSp>
          <p:nvGrpSpPr>
            <p:cNvPr id="171" name="Google Shape;171;p4"/>
            <p:cNvGrpSpPr/>
            <p:nvPr/>
          </p:nvGrpSpPr>
          <p:grpSpPr>
            <a:xfrm>
              <a:off x="-55300" y="-71800"/>
              <a:ext cx="359400" cy="5340900"/>
              <a:chOff x="-55300" y="-71800"/>
              <a:chExt cx="359400" cy="5340900"/>
            </a:xfrm>
          </p:grpSpPr>
          <p:sp>
            <p:nvSpPr>
              <p:cNvPr id="172" name="Google Shape;172;p4"/>
              <p:cNvSpPr/>
              <p:nvPr/>
            </p:nvSpPr>
            <p:spPr>
              <a:xfrm rot="5400000">
                <a:off x="-2538550" y="2426450"/>
                <a:ext cx="5325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73" name="Google Shape;173;p4"/>
              <p:cNvCxnSpPr>
                <a:endCxn id="172" idx="3"/>
              </p:cNvCxnSpPr>
              <p:nvPr/>
            </p:nvCxnSpPr>
            <p:spPr>
              <a:xfrm>
                <a:off x="124400" y="-71800"/>
                <a:ext cx="0" cy="5340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4" name="Google Shape;174;p4"/>
            <p:cNvGrpSpPr/>
            <p:nvPr/>
          </p:nvGrpSpPr>
          <p:grpSpPr>
            <a:xfrm>
              <a:off x="8874215" y="-71800"/>
              <a:ext cx="359400" cy="5340900"/>
              <a:chOff x="8874215" y="-71800"/>
              <a:chExt cx="359400" cy="5340900"/>
            </a:xfrm>
          </p:grpSpPr>
          <p:sp>
            <p:nvSpPr>
              <p:cNvPr id="175" name="Google Shape;175;p4"/>
              <p:cNvSpPr/>
              <p:nvPr/>
            </p:nvSpPr>
            <p:spPr>
              <a:xfrm rot="5400000">
                <a:off x="6390965" y="2426450"/>
                <a:ext cx="5325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76" name="Google Shape;176;p4"/>
              <p:cNvCxnSpPr>
                <a:endCxn id="175" idx="3"/>
              </p:cNvCxnSpPr>
              <p:nvPr/>
            </p:nvCxnSpPr>
            <p:spPr>
              <a:xfrm>
                <a:off x="9053915" y="-71800"/>
                <a:ext cx="0" cy="5340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77" name="Google Shape;177;p4"/>
          <p:cNvGrpSpPr/>
          <p:nvPr/>
        </p:nvGrpSpPr>
        <p:grpSpPr>
          <a:xfrm>
            <a:off x="416071" y="73300"/>
            <a:ext cx="8281385" cy="4996136"/>
            <a:chOff x="416071" y="73300"/>
            <a:chExt cx="8281385" cy="4996136"/>
          </a:xfrm>
        </p:grpSpPr>
        <p:grpSp>
          <p:nvGrpSpPr>
            <p:cNvPr id="178" name="Google Shape;178;p4"/>
            <p:cNvGrpSpPr/>
            <p:nvPr/>
          </p:nvGrpSpPr>
          <p:grpSpPr>
            <a:xfrm>
              <a:off x="416071" y="73300"/>
              <a:ext cx="795535" cy="461700"/>
              <a:chOff x="416071" y="73300"/>
              <a:chExt cx="795535" cy="461700"/>
            </a:xfrm>
          </p:grpSpPr>
          <p:sp>
            <p:nvSpPr>
              <p:cNvPr id="179" name="Google Shape;179;p4"/>
              <p:cNvSpPr/>
              <p:nvPr/>
            </p:nvSpPr>
            <p:spPr>
              <a:xfrm rot="10800000">
                <a:off x="749906" y="73300"/>
                <a:ext cx="461700" cy="461700"/>
              </a:xfrm>
              <a:prstGeom prst="ellipse">
                <a:avLst/>
              </a:prstGeom>
              <a:solidFill>
                <a:srgbClr val="4C86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rot="10800000">
                <a:off x="416071" y="73300"/>
                <a:ext cx="461700" cy="461700"/>
              </a:xfrm>
              <a:prstGeom prst="ellipse">
                <a:avLst/>
              </a:prstGeom>
              <a:solidFill>
                <a:srgbClr val="D5DEF3">
                  <a:alpha val="52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1" name="Google Shape;181;p4"/>
            <p:cNvGrpSpPr/>
            <p:nvPr/>
          </p:nvGrpSpPr>
          <p:grpSpPr>
            <a:xfrm>
              <a:off x="7901921" y="4607736"/>
              <a:ext cx="795535" cy="461700"/>
              <a:chOff x="7901921" y="4607736"/>
              <a:chExt cx="795535" cy="461700"/>
            </a:xfrm>
          </p:grpSpPr>
          <p:sp>
            <p:nvSpPr>
              <p:cNvPr id="182" name="Google Shape;182;p4"/>
              <p:cNvSpPr/>
              <p:nvPr/>
            </p:nvSpPr>
            <p:spPr>
              <a:xfrm rot="10800000">
                <a:off x="8235756" y="4607736"/>
                <a:ext cx="461700" cy="461700"/>
              </a:xfrm>
              <a:prstGeom prst="ellipse">
                <a:avLst/>
              </a:prstGeom>
              <a:solidFill>
                <a:srgbClr val="4C86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 rot="10800000">
                <a:off x="7901921" y="4607736"/>
                <a:ext cx="461700" cy="461700"/>
              </a:xfrm>
              <a:prstGeom prst="ellipse">
                <a:avLst/>
              </a:prstGeom>
              <a:solidFill>
                <a:srgbClr val="D5DEF3">
                  <a:alpha val="52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84" name="Google Shape;184;p4"/>
          <p:cNvGrpSpPr/>
          <p:nvPr/>
        </p:nvGrpSpPr>
        <p:grpSpPr>
          <a:xfrm>
            <a:off x="535388" y="175588"/>
            <a:ext cx="8187625" cy="4887425"/>
            <a:chOff x="535388" y="175588"/>
            <a:chExt cx="8187625" cy="4887425"/>
          </a:xfrm>
        </p:grpSpPr>
        <p:sp>
          <p:nvSpPr>
            <p:cNvPr id="185" name="Google Shape;185;p4"/>
            <p:cNvSpPr/>
            <p:nvPr/>
          </p:nvSpPr>
          <p:spPr>
            <a:xfrm>
              <a:off x="8363613" y="175588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535388" y="4703613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"/>
          <p:cNvSpPr txBox="1">
            <a:spLocks noGrp="1"/>
          </p:cNvSpPr>
          <p:nvPr>
            <p:ph type="subTitle" idx="1"/>
          </p:nvPr>
        </p:nvSpPr>
        <p:spPr>
          <a:xfrm>
            <a:off x="4892100" y="2421751"/>
            <a:ext cx="2567700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"/>
          <p:cNvSpPr txBox="1">
            <a:spLocks noGrp="1"/>
          </p:cNvSpPr>
          <p:nvPr>
            <p:ph type="subTitle" idx="2"/>
          </p:nvPr>
        </p:nvSpPr>
        <p:spPr>
          <a:xfrm>
            <a:off x="1684225" y="2421750"/>
            <a:ext cx="2505600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"/>
          <p:cNvSpPr txBox="1">
            <a:spLocks noGrp="1"/>
          </p:cNvSpPr>
          <p:nvPr>
            <p:ph type="subTitle" idx="3"/>
          </p:nvPr>
        </p:nvSpPr>
        <p:spPr>
          <a:xfrm>
            <a:off x="1684213" y="17718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2" name="Google Shape;192;p5"/>
          <p:cNvSpPr txBox="1">
            <a:spLocks noGrp="1"/>
          </p:cNvSpPr>
          <p:nvPr>
            <p:ph type="subTitle" idx="4"/>
          </p:nvPr>
        </p:nvSpPr>
        <p:spPr>
          <a:xfrm>
            <a:off x="4892100" y="1771900"/>
            <a:ext cx="2567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93" name="Google Shape;193;p5"/>
          <p:cNvGrpSpPr/>
          <p:nvPr/>
        </p:nvGrpSpPr>
        <p:grpSpPr>
          <a:xfrm>
            <a:off x="-470725" y="-34938"/>
            <a:ext cx="10614970" cy="5178450"/>
            <a:chOff x="-470725" y="-34938"/>
            <a:chExt cx="10614970" cy="5178450"/>
          </a:xfrm>
        </p:grpSpPr>
        <p:grpSp>
          <p:nvGrpSpPr>
            <p:cNvPr id="194" name="Google Shape;194;p5"/>
            <p:cNvGrpSpPr/>
            <p:nvPr/>
          </p:nvGrpSpPr>
          <p:grpSpPr>
            <a:xfrm>
              <a:off x="-470725" y="-34938"/>
              <a:ext cx="10094475" cy="5178450"/>
              <a:chOff x="-470725" y="-34938"/>
              <a:chExt cx="10094475" cy="5178450"/>
            </a:xfrm>
          </p:grpSpPr>
          <p:sp>
            <p:nvSpPr>
              <p:cNvPr id="195" name="Google Shape;195;p5"/>
              <p:cNvSpPr/>
              <p:nvPr/>
            </p:nvSpPr>
            <p:spPr>
              <a:xfrm>
                <a:off x="-26431" y="-34938"/>
                <a:ext cx="7281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96" name="Google Shape;196;p5"/>
              <p:cNvCxnSpPr/>
              <p:nvPr/>
            </p:nvCxnSpPr>
            <p:spPr>
              <a:xfrm>
                <a:off x="-470725" y="144762"/>
                <a:ext cx="7496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7" name="Google Shape;197;p5"/>
              <p:cNvSpPr/>
              <p:nvPr/>
            </p:nvSpPr>
            <p:spPr>
              <a:xfrm flipH="1">
                <a:off x="2341850" y="4784112"/>
                <a:ext cx="7281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198" name="Google Shape;198;p5"/>
            <p:cNvCxnSpPr/>
            <p:nvPr/>
          </p:nvCxnSpPr>
          <p:spPr>
            <a:xfrm rot="10800000">
              <a:off x="2647544" y="4963812"/>
              <a:ext cx="7496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9" name="Google Shape;199;p5"/>
          <p:cNvGrpSpPr/>
          <p:nvPr/>
        </p:nvGrpSpPr>
        <p:grpSpPr>
          <a:xfrm>
            <a:off x="152388" y="8911"/>
            <a:ext cx="8839200" cy="5079275"/>
            <a:chOff x="152388" y="8911"/>
            <a:chExt cx="8839200" cy="5079275"/>
          </a:xfrm>
        </p:grpSpPr>
        <p:grpSp>
          <p:nvGrpSpPr>
            <p:cNvPr id="200" name="Google Shape;200;p5"/>
            <p:cNvGrpSpPr/>
            <p:nvPr/>
          </p:nvGrpSpPr>
          <p:grpSpPr>
            <a:xfrm>
              <a:off x="152388" y="4728786"/>
              <a:ext cx="1350000" cy="359400"/>
              <a:chOff x="263663" y="4719884"/>
              <a:chExt cx="1350000" cy="35940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2636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7589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2542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>
              <a:off x="7641588" y="8911"/>
              <a:ext cx="1350000" cy="359400"/>
              <a:chOff x="263663" y="4719884"/>
              <a:chExt cx="1350000" cy="359400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2636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7589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12542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0" name="Google Shape;210;p6"/>
          <p:cNvGrpSpPr/>
          <p:nvPr/>
        </p:nvGrpSpPr>
        <p:grpSpPr>
          <a:xfrm>
            <a:off x="-88325" y="128075"/>
            <a:ext cx="9337050" cy="4915450"/>
            <a:chOff x="-88325" y="128075"/>
            <a:chExt cx="9337050" cy="4915450"/>
          </a:xfrm>
        </p:grpSpPr>
        <p:grpSp>
          <p:nvGrpSpPr>
            <p:cNvPr id="211" name="Google Shape;211;p6"/>
            <p:cNvGrpSpPr/>
            <p:nvPr/>
          </p:nvGrpSpPr>
          <p:grpSpPr>
            <a:xfrm>
              <a:off x="-88325" y="128075"/>
              <a:ext cx="2321100" cy="359400"/>
              <a:chOff x="-88325" y="128075"/>
              <a:chExt cx="2321100" cy="359400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-88325" y="128075"/>
                <a:ext cx="23211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13" name="Google Shape;213;p6"/>
              <p:cNvCxnSpPr/>
              <p:nvPr/>
            </p:nvCxnSpPr>
            <p:spPr>
              <a:xfrm>
                <a:off x="-88325" y="307775"/>
                <a:ext cx="2321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4" name="Google Shape;214;p6"/>
            <p:cNvGrpSpPr/>
            <p:nvPr/>
          </p:nvGrpSpPr>
          <p:grpSpPr>
            <a:xfrm>
              <a:off x="6927625" y="4684125"/>
              <a:ext cx="2321100" cy="359400"/>
              <a:chOff x="6927625" y="4684125"/>
              <a:chExt cx="2321100" cy="359400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6927625" y="4684125"/>
                <a:ext cx="23211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16" name="Google Shape;216;p6"/>
              <p:cNvCxnSpPr/>
              <p:nvPr/>
            </p:nvCxnSpPr>
            <p:spPr>
              <a:xfrm>
                <a:off x="6927625" y="4863825"/>
                <a:ext cx="2321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7" name="Google Shape;217;p6"/>
          <p:cNvGrpSpPr/>
          <p:nvPr/>
        </p:nvGrpSpPr>
        <p:grpSpPr>
          <a:xfrm rot="-7307421">
            <a:off x="-56545" y="4276676"/>
            <a:ext cx="968220" cy="789065"/>
            <a:chOff x="4706100" y="2646700"/>
            <a:chExt cx="826025" cy="673200"/>
          </a:xfrm>
        </p:grpSpPr>
        <p:sp>
          <p:nvSpPr>
            <p:cNvPr id="218" name="Google Shape;218;p6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7"/>
          <p:cNvSpPr txBox="1">
            <a:spLocks noGrp="1"/>
          </p:cNvSpPr>
          <p:nvPr>
            <p:ph type="body" idx="1"/>
          </p:nvPr>
        </p:nvSpPr>
        <p:spPr>
          <a:xfrm>
            <a:off x="720000" y="1611800"/>
            <a:ext cx="3735900" cy="27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7"/>
          <p:cNvSpPr>
            <a:spLocks noGrp="1"/>
          </p:cNvSpPr>
          <p:nvPr>
            <p:ph type="pic" idx="2"/>
          </p:nvPr>
        </p:nvSpPr>
        <p:spPr>
          <a:xfrm>
            <a:off x="5063025" y="535000"/>
            <a:ext cx="3366000" cy="4073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32" name="Google Shape;232;p7"/>
          <p:cNvGrpSpPr/>
          <p:nvPr/>
        </p:nvGrpSpPr>
        <p:grpSpPr>
          <a:xfrm>
            <a:off x="-89400" y="173975"/>
            <a:ext cx="9164100" cy="4793225"/>
            <a:chOff x="-89400" y="173975"/>
            <a:chExt cx="9164100" cy="4793225"/>
          </a:xfrm>
        </p:grpSpPr>
        <p:cxnSp>
          <p:nvCxnSpPr>
            <p:cNvPr id="233" name="Google Shape;233;p7"/>
            <p:cNvCxnSpPr/>
            <p:nvPr/>
          </p:nvCxnSpPr>
          <p:spPr>
            <a:xfrm rot="10800000">
              <a:off x="-89400" y="173975"/>
              <a:ext cx="916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7"/>
            <p:cNvCxnSpPr/>
            <p:nvPr/>
          </p:nvCxnSpPr>
          <p:spPr>
            <a:xfrm rot="10800000">
              <a:off x="-89400" y="4967200"/>
              <a:ext cx="916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5" name="Google Shape;235;p7"/>
          <p:cNvGrpSpPr/>
          <p:nvPr/>
        </p:nvGrpSpPr>
        <p:grpSpPr>
          <a:xfrm>
            <a:off x="143423" y="400549"/>
            <a:ext cx="475500" cy="4435290"/>
            <a:chOff x="143423" y="400549"/>
            <a:chExt cx="475500" cy="4435290"/>
          </a:xfrm>
        </p:grpSpPr>
        <p:grpSp>
          <p:nvGrpSpPr>
            <p:cNvPr id="236" name="Google Shape;236;p7"/>
            <p:cNvGrpSpPr/>
            <p:nvPr/>
          </p:nvGrpSpPr>
          <p:grpSpPr>
            <a:xfrm>
              <a:off x="143423" y="400549"/>
              <a:ext cx="475500" cy="1027715"/>
              <a:chOff x="143423" y="400549"/>
              <a:chExt cx="475500" cy="1027715"/>
            </a:xfrm>
          </p:grpSpPr>
          <p:sp>
            <p:nvSpPr>
              <p:cNvPr id="237" name="Google Shape;237;p7"/>
              <p:cNvSpPr/>
              <p:nvPr/>
            </p:nvSpPr>
            <p:spPr>
              <a:xfrm rot="5400000">
                <a:off x="141623" y="402349"/>
                <a:ext cx="479100" cy="475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 rot="5400000">
                <a:off x="141623" y="679161"/>
                <a:ext cx="479100" cy="475500"/>
              </a:xfrm>
              <a:prstGeom prst="ellipse">
                <a:avLst/>
              </a:prstGeom>
              <a:solidFill>
                <a:srgbClr val="D5DEF3">
                  <a:alpha val="38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 rot="5400000">
                <a:off x="141623" y="950964"/>
                <a:ext cx="479100" cy="475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40" name="Google Shape;240;p7"/>
            <p:cNvSpPr/>
            <p:nvPr/>
          </p:nvSpPr>
          <p:spPr>
            <a:xfrm rot="5400000">
              <a:off x="141623" y="3809924"/>
              <a:ext cx="479100" cy="475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 rot="5400000">
              <a:off x="141623" y="4086736"/>
              <a:ext cx="479100" cy="475500"/>
            </a:xfrm>
            <a:prstGeom prst="ellipse">
              <a:avLst/>
            </a:prstGeom>
            <a:solidFill>
              <a:srgbClr val="D5DEF3">
                <a:alpha val="38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2" name="Google Shape;242;p7"/>
            <p:cNvSpPr/>
            <p:nvPr/>
          </p:nvSpPr>
          <p:spPr>
            <a:xfrm rot="5400000">
              <a:off x="141623" y="4358539"/>
              <a:ext cx="479100" cy="475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81975"/>
            <a:ext cx="6576000" cy="96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3" name="Google Shape;253;p11"/>
          <p:cNvSpPr txBox="1">
            <a:spLocks noGrp="1"/>
          </p:cNvSpPr>
          <p:nvPr>
            <p:ph type="subTitle" idx="1"/>
          </p:nvPr>
        </p:nvSpPr>
        <p:spPr>
          <a:xfrm>
            <a:off x="1284000" y="28481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54" name="Google Shape;254;p11"/>
          <p:cNvGrpSpPr/>
          <p:nvPr/>
        </p:nvGrpSpPr>
        <p:grpSpPr>
          <a:xfrm>
            <a:off x="-70025" y="77800"/>
            <a:ext cx="9284050" cy="4961808"/>
            <a:chOff x="-70025" y="77800"/>
            <a:chExt cx="9284050" cy="4961808"/>
          </a:xfrm>
        </p:grpSpPr>
        <p:sp>
          <p:nvSpPr>
            <p:cNvPr id="255" name="Google Shape;255;p11"/>
            <p:cNvSpPr/>
            <p:nvPr/>
          </p:nvSpPr>
          <p:spPr>
            <a:xfrm>
              <a:off x="-70025" y="77800"/>
              <a:ext cx="232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6892925" y="77800"/>
              <a:ext cx="232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-70025" y="4680208"/>
              <a:ext cx="232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6892925" y="4680208"/>
              <a:ext cx="232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59" name="Google Shape;259;p11"/>
            <p:cNvCxnSpPr/>
            <p:nvPr/>
          </p:nvCxnSpPr>
          <p:spPr>
            <a:xfrm>
              <a:off x="-70025" y="4859900"/>
              <a:ext cx="232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11"/>
            <p:cNvCxnSpPr/>
            <p:nvPr/>
          </p:nvCxnSpPr>
          <p:spPr>
            <a:xfrm>
              <a:off x="-70025" y="257500"/>
              <a:ext cx="232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11"/>
            <p:cNvCxnSpPr/>
            <p:nvPr/>
          </p:nvCxnSpPr>
          <p:spPr>
            <a:xfrm>
              <a:off x="6892925" y="4859900"/>
              <a:ext cx="232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11"/>
            <p:cNvCxnSpPr/>
            <p:nvPr/>
          </p:nvCxnSpPr>
          <p:spPr>
            <a:xfrm>
              <a:off x="6892925" y="257500"/>
              <a:ext cx="232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3" name="Google Shape;263;p11"/>
          <p:cNvGrpSpPr/>
          <p:nvPr/>
        </p:nvGrpSpPr>
        <p:grpSpPr>
          <a:xfrm>
            <a:off x="3067451" y="-3086432"/>
            <a:ext cx="3022198" cy="11331417"/>
            <a:chOff x="3067451" y="-3086432"/>
            <a:chExt cx="3022198" cy="11331417"/>
          </a:xfrm>
        </p:grpSpPr>
        <p:grpSp>
          <p:nvGrpSpPr>
            <p:cNvPr id="264" name="Google Shape;264;p11"/>
            <p:cNvGrpSpPr/>
            <p:nvPr/>
          </p:nvGrpSpPr>
          <p:grpSpPr>
            <a:xfrm rot="5278625">
              <a:off x="2441232" y="-2347537"/>
              <a:ext cx="3944442" cy="2554359"/>
              <a:chOff x="1587775" y="1629575"/>
              <a:chExt cx="3944350" cy="2554300"/>
            </a:xfrm>
          </p:grpSpPr>
          <p:sp>
            <p:nvSpPr>
              <p:cNvPr id="265" name="Google Shape;265;p11"/>
              <p:cNvSpPr/>
              <p:nvPr/>
            </p:nvSpPr>
            <p:spPr>
              <a:xfrm>
                <a:off x="3350075" y="1629675"/>
                <a:ext cx="1047825" cy="675975"/>
              </a:xfrm>
              <a:custGeom>
                <a:avLst/>
                <a:gdLst/>
                <a:ahLst/>
                <a:cxnLst/>
                <a:rect l="l" t="t" r="r" b="b"/>
                <a:pathLst>
                  <a:path w="41913" h="27039" extrusionOk="0">
                    <a:moveTo>
                      <a:pt x="41828" y="1"/>
                    </a:moveTo>
                    <a:lnTo>
                      <a:pt x="1" y="26907"/>
                    </a:lnTo>
                    <a:lnTo>
                      <a:pt x="86" y="27039"/>
                    </a:lnTo>
                    <a:lnTo>
                      <a:pt x="41912" y="132"/>
                    </a:lnTo>
                    <a:lnTo>
                      <a:pt x="4182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>
                <a:off x="3350825" y="2302175"/>
                <a:ext cx="423150" cy="95825"/>
              </a:xfrm>
              <a:custGeom>
                <a:avLst/>
                <a:gdLst/>
                <a:ahLst/>
                <a:cxnLst/>
                <a:rect l="l" t="t" r="r" b="b"/>
                <a:pathLst>
                  <a:path w="16926" h="3833" extrusionOk="0">
                    <a:moveTo>
                      <a:pt x="34" y="1"/>
                    </a:moveTo>
                    <a:lnTo>
                      <a:pt x="1" y="154"/>
                    </a:lnTo>
                    <a:lnTo>
                      <a:pt x="16892" y="3832"/>
                    </a:lnTo>
                    <a:lnTo>
                      <a:pt x="16925" y="368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1"/>
              <p:cNvSpPr/>
              <p:nvPr/>
            </p:nvSpPr>
            <p:spPr>
              <a:xfrm>
                <a:off x="3771825" y="1630200"/>
                <a:ext cx="626475" cy="767100"/>
              </a:xfrm>
              <a:custGeom>
                <a:avLst/>
                <a:gdLst/>
                <a:ahLst/>
                <a:cxnLst/>
                <a:rect l="l" t="t" r="r" b="b"/>
                <a:pathLst>
                  <a:path w="25059" h="30684" extrusionOk="0">
                    <a:moveTo>
                      <a:pt x="24937" y="1"/>
                    </a:moveTo>
                    <a:lnTo>
                      <a:pt x="1" y="30585"/>
                    </a:lnTo>
                    <a:lnTo>
                      <a:pt x="122" y="30683"/>
                    </a:lnTo>
                    <a:lnTo>
                      <a:pt x="25059" y="100"/>
                    </a:lnTo>
                    <a:lnTo>
                      <a:pt x="249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1"/>
              <p:cNvSpPr/>
              <p:nvPr/>
            </p:nvSpPr>
            <p:spPr>
              <a:xfrm>
                <a:off x="3772400" y="2216325"/>
                <a:ext cx="3402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7259" extrusionOk="0">
                    <a:moveTo>
                      <a:pt x="13538" y="0"/>
                    </a:moveTo>
                    <a:lnTo>
                      <a:pt x="0" y="7121"/>
                    </a:lnTo>
                    <a:lnTo>
                      <a:pt x="74" y="7259"/>
                    </a:lnTo>
                    <a:lnTo>
                      <a:pt x="13611" y="139"/>
                    </a:lnTo>
                    <a:lnTo>
                      <a:pt x="1353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1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1"/>
              <p:cNvSpPr/>
              <p:nvPr/>
            </p:nvSpPr>
            <p:spPr>
              <a:xfrm>
                <a:off x="4110025" y="2217425"/>
                <a:ext cx="79750" cy="2662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0648" extrusionOk="0">
                    <a:moveTo>
                      <a:pt x="151" y="1"/>
                    </a:moveTo>
                    <a:lnTo>
                      <a:pt x="0" y="45"/>
                    </a:lnTo>
                    <a:lnTo>
                      <a:pt x="3040" y="10648"/>
                    </a:lnTo>
                    <a:lnTo>
                      <a:pt x="3190" y="1060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1"/>
              <p:cNvSpPr/>
              <p:nvPr/>
            </p:nvSpPr>
            <p:spPr>
              <a:xfrm>
                <a:off x="3773200" y="2340800"/>
                <a:ext cx="808900" cy="57075"/>
              </a:xfrm>
              <a:custGeom>
                <a:avLst/>
                <a:gdLst/>
                <a:ahLst/>
                <a:cxnLst/>
                <a:rect l="l" t="t" r="r" b="b"/>
                <a:pathLst>
                  <a:path w="32356" h="2283" extrusionOk="0">
                    <a:moveTo>
                      <a:pt x="32345" y="0"/>
                    </a:moveTo>
                    <a:lnTo>
                      <a:pt x="1" y="2127"/>
                    </a:lnTo>
                    <a:lnTo>
                      <a:pt x="11" y="2282"/>
                    </a:lnTo>
                    <a:lnTo>
                      <a:pt x="32356" y="156"/>
                    </a:lnTo>
                    <a:lnTo>
                      <a:pt x="3234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4109975" y="1630650"/>
                <a:ext cx="288550" cy="588275"/>
              </a:xfrm>
              <a:custGeom>
                <a:avLst/>
                <a:gdLst/>
                <a:ahLst/>
                <a:cxnLst/>
                <a:rect l="l" t="t" r="r" b="b"/>
                <a:pathLst>
                  <a:path w="11542" h="23531" extrusionOk="0">
                    <a:moveTo>
                      <a:pt x="11400" y="0"/>
                    </a:moveTo>
                    <a:lnTo>
                      <a:pt x="0" y="23462"/>
                    </a:lnTo>
                    <a:lnTo>
                      <a:pt x="141" y="23530"/>
                    </a:lnTo>
                    <a:lnTo>
                      <a:pt x="11541" y="69"/>
                    </a:lnTo>
                    <a:lnTo>
                      <a:pt x="114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4398400" y="1632125"/>
                <a:ext cx="122750" cy="366800"/>
              </a:xfrm>
              <a:custGeom>
                <a:avLst/>
                <a:gdLst/>
                <a:ahLst/>
                <a:cxnLst/>
                <a:rect l="l" t="t" r="r" b="b"/>
                <a:pathLst>
                  <a:path w="4910" h="14672" extrusionOk="0">
                    <a:moveTo>
                      <a:pt x="149" y="1"/>
                    </a:moveTo>
                    <a:lnTo>
                      <a:pt x="0" y="50"/>
                    </a:lnTo>
                    <a:lnTo>
                      <a:pt x="4761" y="14671"/>
                    </a:lnTo>
                    <a:lnTo>
                      <a:pt x="4909" y="14622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1"/>
              <p:cNvSpPr/>
              <p:nvPr/>
            </p:nvSpPr>
            <p:spPr>
              <a:xfrm>
                <a:off x="4395850" y="1629575"/>
                <a:ext cx="423925" cy="244675"/>
              </a:xfrm>
              <a:custGeom>
                <a:avLst/>
                <a:gdLst/>
                <a:ahLst/>
                <a:cxnLst/>
                <a:rect l="l" t="t" r="r" b="b"/>
                <a:pathLst>
                  <a:path w="16957" h="9787" extrusionOk="0">
                    <a:moveTo>
                      <a:pt x="78" y="1"/>
                    </a:moveTo>
                    <a:lnTo>
                      <a:pt x="1" y="136"/>
                    </a:lnTo>
                    <a:lnTo>
                      <a:pt x="16878" y="9787"/>
                    </a:lnTo>
                    <a:lnTo>
                      <a:pt x="16956" y="9651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1"/>
              <p:cNvSpPr/>
              <p:nvPr/>
            </p:nvSpPr>
            <p:spPr>
              <a:xfrm>
                <a:off x="4396450" y="1997625"/>
                <a:ext cx="124775" cy="160875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6435" extrusionOk="0">
                    <a:moveTo>
                      <a:pt x="4866" y="0"/>
                    </a:moveTo>
                    <a:lnTo>
                      <a:pt x="1" y="6340"/>
                    </a:lnTo>
                    <a:lnTo>
                      <a:pt x="125" y="6435"/>
                    </a:lnTo>
                    <a:lnTo>
                      <a:pt x="4991" y="96"/>
                    </a:lnTo>
                    <a:lnTo>
                      <a:pt x="486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1"/>
              <p:cNvSpPr/>
              <p:nvPr/>
            </p:nvSpPr>
            <p:spPr>
              <a:xfrm>
                <a:off x="4111375" y="2155375"/>
                <a:ext cx="2868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11472" h="2580" extrusionOk="0">
                    <a:moveTo>
                      <a:pt x="11438" y="1"/>
                    </a:moveTo>
                    <a:lnTo>
                      <a:pt x="1" y="2427"/>
                    </a:lnTo>
                    <a:lnTo>
                      <a:pt x="34" y="2580"/>
                    </a:lnTo>
                    <a:lnTo>
                      <a:pt x="11472" y="154"/>
                    </a:lnTo>
                    <a:lnTo>
                      <a:pt x="11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4517350" y="1998600"/>
                <a:ext cx="66450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13789" extrusionOk="0">
                    <a:moveTo>
                      <a:pt x="155" y="1"/>
                    </a:moveTo>
                    <a:lnTo>
                      <a:pt x="0" y="29"/>
                    </a:lnTo>
                    <a:lnTo>
                      <a:pt x="2504" y="13788"/>
                    </a:lnTo>
                    <a:lnTo>
                      <a:pt x="2658" y="13760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1"/>
              <p:cNvSpPr/>
              <p:nvPr/>
            </p:nvSpPr>
            <p:spPr>
              <a:xfrm>
                <a:off x="4518575" y="1870775"/>
                <a:ext cx="300850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5193" extrusionOk="0">
                    <a:moveTo>
                      <a:pt x="11972" y="1"/>
                    </a:moveTo>
                    <a:lnTo>
                      <a:pt x="0" y="5049"/>
                    </a:lnTo>
                    <a:lnTo>
                      <a:pt x="62" y="5193"/>
                    </a:lnTo>
                    <a:lnTo>
                      <a:pt x="12034" y="145"/>
                    </a:lnTo>
                    <a:lnTo>
                      <a:pt x="119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1"/>
              <p:cNvSpPr/>
              <p:nvPr/>
            </p:nvSpPr>
            <p:spPr>
              <a:xfrm>
                <a:off x="4817050" y="1872175"/>
                <a:ext cx="269775" cy="774450"/>
              </a:xfrm>
              <a:custGeom>
                <a:avLst/>
                <a:gdLst/>
                <a:ahLst/>
                <a:cxnLst/>
                <a:rect l="l" t="t" r="r" b="b"/>
                <a:pathLst>
                  <a:path w="10791" h="30978" extrusionOk="0">
                    <a:moveTo>
                      <a:pt x="149" y="0"/>
                    </a:moveTo>
                    <a:lnTo>
                      <a:pt x="1" y="51"/>
                    </a:lnTo>
                    <a:lnTo>
                      <a:pt x="10643" y="30977"/>
                    </a:lnTo>
                    <a:lnTo>
                      <a:pt x="10791" y="30926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1"/>
              <p:cNvSpPr/>
              <p:nvPr/>
            </p:nvSpPr>
            <p:spPr>
              <a:xfrm>
                <a:off x="4581725" y="2233525"/>
                <a:ext cx="700025" cy="111225"/>
              </a:xfrm>
              <a:custGeom>
                <a:avLst/>
                <a:gdLst/>
                <a:ahLst/>
                <a:cxnLst/>
                <a:rect l="l" t="t" r="r" b="b"/>
                <a:pathLst>
                  <a:path w="28001" h="4449" extrusionOk="0">
                    <a:moveTo>
                      <a:pt x="27976" y="1"/>
                    </a:moveTo>
                    <a:lnTo>
                      <a:pt x="0" y="4294"/>
                    </a:lnTo>
                    <a:lnTo>
                      <a:pt x="24" y="4449"/>
                    </a:lnTo>
                    <a:lnTo>
                      <a:pt x="28000" y="155"/>
                    </a:lnTo>
                    <a:lnTo>
                      <a:pt x="2797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4818625" y="1761475"/>
                <a:ext cx="532650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1306" h="4524" extrusionOk="0">
                    <a:moveTo>
                      <a:pt x="21274" y="0"/>
                    </a:moveTo>
                    <a:lnTo>
                      <a:pt x="0" y="4370"/>
                    </a:lnTo>
                    <a:lnTo>
                      <a:pt x="32" y="4523"/>
                    </a:lnTo>
                    <a:lnTo>
                      <a:pt x="21306" y="153"/>
                    </a:lnTo>
                    <a:lnTo>
                      <a:pt x="212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1"/>
              <p:cNvSpPr/>
              <p:nvPr/>
            </p:nvSpPr>
            <p:spPr>
              <a:xfrm>
                <a:off x="4817700" y="1871325"/>
                <a:ext cx="465100" cy="366025"/>
              </a:xfrm>
              <a:custGeom>
                <a:avLst/>
                <a:gdLst/>
                <a:ahLst/>
                <a:cxnLst/>
                <a:rect l="l" t="t" r="r" b="b"/>
                <a:pathLst>
                  <a:path w="18604" h="14641" extrusionOk="0">
                    <a:moveTo>
                      <a:pt x="97" y="1"/>
                    </a:moveTo>
                    <a:lnTo>
                      <a:pt x="1" y="124"/>
                    </a:lnTo>
                    <a:lnTo>
                      <a:pt x="18508" y="14641"/>
                    </a:lnTo>
                    <a:lnTo>
                      <a:pt x="18604" y="14518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1"/>
              <p:cNvSpPr/>
              <p:nvPr/>
            </p:nvSpPr>
            <p:spPr>
              <a:xfrm>
                <a:off x="5279800" y="1763000"/>
                <a:ext cx="73050" cy="472775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8911" extrusionOk="0">
                    <a:moveTo>
                      <a:pt x="2766" y="1"/>
                    </a:moveTo>
                    <a:lnTo>
                      <a:pt x="1" y="18887"/>
                    </a:lnTo>
                    <a:lnTo>
                      <a:pt x="155" y="18910"/>
                    </a:lnTo>
                    <a:lnTo>
                      <a:pt x="2921" y="24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4356300" y="2342075"/>
                <a:ext cx="2275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17822" extrusionOk="0">
                    <a:moveTo>
                      <a:pt x="8960" y="0"/>
                    </a:moveTo>
                    <a:lnTo>
                      <a:pt x="0" y="17752"/>
                    </a:lnTo>
                    <a:lnTo>
                      <a:pt x="140" y="17822"/>
                    </a:lnTo>
                    <a:lnTo>
                      <a:pt x="9100" y="71"/>
                    </a:lnTo>
                    <a:lnTo>
                      <a:pt x="89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1"/>
              <p:cNvSpPr/>
              <p:nvPr/>
            </p:nvSpPr>
            <p:spPr>
              <a:xfrm>
                <a:off x="4187225" y="2343825"/>
                <a:ext cx="398800" cy="141300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5652" extrusionOk="0">
                    <a:moveTo>
                      <a:pt x="15900" y="0"/>
                    </a:moveTo>
                    <a:lnTo>
                      <a:pt x="1" y="5503"/>
                    </a:lnTo>
                    <a:lnTo>
                      <a:pt x="52" y="5651"/>
                    </a:lnTo>
                    <a:lnTo>
                      <a:pt x="15951" y="148"/>
                    </a:lnTo>
                    <a:lnTo>
                      <a:pt x="159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1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1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1"/>
              <p:cNvSpPr/>
              <p:nvPr/>
            </p:nvSpPr>
            <p:spPr>
              <a:xfrm>
                <a:off x="4356275" y="2786225"/>
                <a:ext cx="155775" cy="635150"/>
              </a:xfrm>
              <a:custGeom>
                <a:avLst/>
                <a:gdLst/>
                <a:ahLst/>
                <a:cxnLst/>
                <a:rect l="l" t="t" r="r" b="b"/>
                <a:pathLst>
                  <a:path w="6231" h="25406" extrusionOk="0">
                    <a:moveTo>
                      <a:pt x="152" y="0"/>
                    </a:moveTo>
                    <a:lnTo>
                      <a:pt x="0" y="37"/>
                    </a:lnTo>
                    <a:lnTo>
                      <a:pt x="6078" y="25405"/>
                    </a:lnTo>
                    <a:lnTo>
                      <a:pt x="6230" y="25369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1"/>
              <p:cNvSpPr/>
              <p:nvPr/>
            </p:nvSpPr>
            <p:spPr>
              <a:xfrm>
                <a:off x="4507850" y="2739350"/>
                <a:ext cx="201700" cy="678675"/>
              </a:xfrm>
              <a:custGeom>
                <a:avLst/>
                <a:gdLst/>
                <a:ahLst/>
                <a:cxnLst/>
                <a:rect l="l" t="t" r="r" b="b"/>
                <a:pathLst>
                  <a:path w="8068" h="27147" extrusionOk="0">
                    <a:moveTo>
                      <a:pt x="7918" y="0"/>
                    </a:moveTo>
                    <a:lnTo>
                      <a:pt x="0" y="27103"/>
                    </a:lnTo>
                    <a:lnTo>
                      <a:pt x="151" y="27147"/>
                    </a:lnTo>
                    <a:lnTo>
                      <a:pt x="8068" y="44"/>
                    </a:lnTo>
                    <a:lnTo>
                      <a:pt x="791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1"/>
              <p:cNvSpPr/>
              <p:nvPr/>
            </p:nvSpPr>
            <p:spPr>
              <a:xfrm>
                <a:off x="4580250" y="2342250"/>
                <a:ext cx="129275" cy="398350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15934" extrusionOk="0">
                    <a:moveTo>
                      <a:pt x="150" y="1"/>
                    </a:moveTo>
                    <a:lnTo>
                      <a:pt x="1" y="48"/>
                    </a:lnTo>
                    <a:lnTo>
                      <a:pt x="5022" y="15933"/>
                    </a:lnTo>
                    <a:lnTo>
                      <a:pt x="5171" y="15886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1"/>
              <p:cNvSpPr/>
              <p:nvPr/>
            </p:nvSpPr>
            <p:spPr>
              <a:xfrm>
                <a:off x="4581125" y="2341450"/>
                <a:ext cx="501575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0063" h="12369" extrusionOk="0">
                    <a:moveTo>
                      <a:pt x="83" y="0"/>
                    </a:moveTo>
                    <a:lnTo>
                      <a:pt x="0" y="134"/>
                    </a:lnTo>
                    <a:lnTo>
                      <a:pt x="19980" y="12369"/>
                    </a:lnTo>
                    <a:lnTo>
                      <a:pt x="20063" y="1223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1"/>
              <p:cNvSpPr/>
              <p:nvPr/>
            </p:nvSpPr>
            <p:spPr>
              <a:xfrm>
                <a:off x="5079850" y="2234575"/>
                <a:ext cx="203400" cy="4148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16595" extrusionOk="0">
                    <a:moveTo>
                      <a:pt x="7995" y="0"/>
                    </a:moveTo>
                    <a:lnTo>
                      <a:pt x="0" y="16526"/>
                    </a:lnTo>
                    <a:lnTo>
                      <a:pt x="141" y="16595"/>
                    </a:lnTo>
                    <a:lnTo>
                      <a:pt x="8136" y="69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5279925" y="2234825"/>
                <a:ext cx="252200" cy="455475"/>
              </a:xfrm>
              <a:custGeom>
                <a:avLst/>
                <a:gdLst/>
                <a:ahLst/>
                <a:cxnLst/>
                <a:rect l="l" t="t" r="r" b="b"/>
                <a:pathLst>
                  <a:path w="10088" h="18219" extrusionOk="0">
                    <a:moveTo>
                      <a:pt x="137" y="1"/>
                    </a:moveTo>
                    <a:lnTo>
                      <a:pt x="0" y="76"/>
                    </a:lnTo>
                    <a:lnTo>
                      <a:pt x="9951" y="18219"/>
                    </a:lnTo>
                    <a:lnTo>
                      <a:pt x="10088" y="1814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5081725" y="2646725"/>
                <a:ext cx="449050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962" h="1775" extrusionOk="0">
                    <a:moveTo>
                      <a:pt x="15" y="0"/>
                    </a:moveTo>
                    <a:lnTo>
                      <a:pt x="0" y="156"/>
                    </a:lnTo>
                    <a:lnTo>
                      <a:pt x="17948" y="1774"/>
                    </a:lnTo>
                    <a:lnTo>
                      <a:pt x="17961" y="1619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4707225" y="2738300"/>
                <a:ext cx="555075" cy="115725"/>
              </a:xfrm>
              <a:custGeom>
                <a:avLst/>
                <a:gdLst/>
                <a:ahLst/>
                <a:cxnLst/>
                <a:rect l="l" t="t" r="r" b="b"/>
                <a:pathLst>
                  <a:path w="22203" h="4629" extrusionOk="0">
                    <a:moveTo>
                      <a:pt x="31" y="1"/>
                    </a:moveTo>
                    <a:lnTo>
                      <a:pt x="0" y="154"/>
                    </a:lnTo>
                    <a:lnTo>
                      <a:pt x="22171" y="4628"/>
                    </a:lnTo>
                    <a:lnTo>
                      <a:pt x="22203" y="4475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1"/>
              <p:cNvSpPr/>
              <p:nvPr/>
            </p:nvSpPr>
            <p:spPr>
              <a:xfrm>
                <a:off x="4358500" y="2738150"/>
                <a:ext cx="349475" cy="53150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2126" extrusionOk="0">
                    <a:moveTo>
                      <a:pt x="13956" y="0"/>
                    </a:moveTo>
                    <a:lnTo>
                      <a:pt x="1" y="1971"/>
                    </a:lnTo>
                    <a:lnTo>
                      <a:pt x="23" y="2126"/>
                    </a:lnTo>
                    <a:lnTo>
                      <a:pt x="13978" y="156"/>
                    </a:lnTo>
                    <a:lnTo>
                      <a:pt x="139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4357225" y="2787675"/>
                <a:ext cx="446875" cy="433225"/>
              </a:xfrm>
              <a:custGeom>
                <a:avLst/>
                <a:gdLst/>
                <a:ahLst/>
                <a:cxnLst/>
                <a:rect l="l" t="t" r="r" b="b"/>
                <a:pathLst>
                  <a:path w="17875" h="17329" extrusionOk="0">
                    <a:moveTo>
                      <a:pt x="110" y="1"/>
                    </a:moveTo>
                    <a:lnTo>
                      <a:pt x="1" y="114"/>
                    </a:lnTo>
                    <a:lnTo>
                      <a:pt x="17765" y="17329"/>
                    </a:lnTo>
                    <a:lnTo>
                      <a:pt x="17874" y="17216"/>
                    </a:lnTo>
                    <a:lnTo>
                      <a:pt x="11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4706100" y="2739075"/>
                <a:ext cx="442300" cy="580525"/>
              </a:xfrm>
              <a:custGeom>
                <a:avLst/>
                <a:gdLst/>
                <a:ahLst/>
                <a:cxnLst/>
                <a:rect l="l" t="t" r="r" b="b"/>
                <a:pathLst>
                  <a:path w="17692" h="23221" extrusionOk="0">
                    <a:moveTo>
                      <a:pt x="124" y="1"/>
                    </a:moveTo>
                    <a:lnTo>
                      <a:pt x="0" y="95"/>
                    </a:lnTo>
                    <a:lnTo>
                      <a:pt x="17567" y="23221"/>
                    </a:lnTo>
                    <a:lnTo>
                      <a:pt x="17691" y="23126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>
                <a:off x="3660200" y="3504225"/>
                <a:ext cx="1295850" cy="495375"/>
              </a:xfrm>
              <a:custGeom>
                <a:avLst/>
                <a:gdLst/>
                <a:ahLst/>
                <a:cxnLst/>
                <a:rect l="l" t="t" r="r" b="b"/>
                <a:pathLst>
                  <a:path w="51834" h="19815" extrusionOk="0">
                    <a:moveTo>
                      <a:pt x="56" y="0"/>
                    </a:moveTo>
                    <a:lnTo>
                      <a:pt x="1" y="146"/>
                    </a:lnTo>
                    <a:lnTo>
                      <a:pt x="51778" y="19815"/>
                    </a:lnTo>
                    <a:lnTo>
                      <a:pt x="51833" y="1966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4509500" y="3316450"/>
                <a:ext cx="637800" cy="103275"/>
              </a:xfrm>
              <a:custGeom>
                <a:avLst/>
                <a:gdLst/>
                <a:ahLst/>
                <a:cxnLst/>
                <a:rect l="l" t="t" r="r" b="b"/>
                <a:pathLst>
                  <a:path w="25512" h="4131" extrusionOk="0">
                    <a:moveTo>
                      <a:pt x="25487" y="1"/>
                    </a:moveTo>
                    <a:lnTo>
                      <a:pt x="0" y="3976"/>
                    </a:lnTo>
                    <a:lnTo>
                      <a:pt x="24" y="4131"/>
                    </a:lnTo>
                    <a:lnTo>
                      <a:pt x="25511" y="155"/>
                    </a:lnTo>
                    <a:lnTo>
                      <a:pt x="254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4800875" y="3219107"/>
                <a:ext cx="159884" cy="774217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855" extrusionOk="0">
                    <a:moveTo>
                      <a:pt x="154" y="1"/>
                    </a:moveTo>
                    <a:lnTo>
                      <a:pt x="1" y="32"/>
                    </a:lnTo>
                    <a:lnTo>
                      <a:pt x="7031" y="34855"/>
                    </a:lnTo>
                    <a:lnTo>
                      <a:pt x="7185" y="3482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>
                <a:off x="4801125" y="2647825"/>
                <a:ext cx="282350" cy="572675"/>
              </a:xfrm>
              <a:custGeom>
                <a:avLst/>
                <a:gdLst/>
                <a:ahLst/>
                <a:cxnLst/>
                <a:rect l="l" t="t" r="r" b="b"/>
                <a:pathLst>
                  <a:path w="11294" h="22907" extrusionOk="0">
                    <a:moveTo>
                      <a:pt x="11152" y="0"/>
                    </a:moveTo>
                    <a:lnTo>
                      <a:pt x="0" y="22837"/>
                    </a:lnTo>
                    <a:lnTo>
                      <a:pt x="141" y="22906"/>
                    </a:lnTo>
                    <a:lnTo>
                      <a:pt x="11293" y="69"/>
                    </a:lnTo>
                    <a:lnTo>
                      <a:pt x="11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5079825" y="2648400"/>
                <a:ext cx="69175" cy="6698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792" extrusionOk="0">
                    <a:moveTo>
                      <a:pt x="157" y="0"/>
                    </a:moveTo>
                    <a:lnTo>
                      <a:pt x="0" y="15"/>
                    </a:lnTo>
                    <a:lnTo>
                      <a:pt x="2610" y="26792"/>
                    </a:lnTo>
                    <a:lnTo>
                      <a:pt x="2766" y="2677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5145075" y="2851300"/>
                <a:ext cx="118900" cy="467275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18691" extrusionOk="0">
                    <a:moveTo>
                      <a:pt x="4604" y="1"/>
                    </a:moveTo>
                    <a:lnTo>
                      <a:pt x="1" y="18653"/>
                    </a:lnTo>
                    <a:lnTo>
                      <a:pt x="153" y="18690"/>
                    </a:lnTo>
                    <a:lnTo>
                      <a:pt x="4755" y="38"/>
                    </a:lnTo>
                    <a:lnTo>
                      <a:pt x="460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5260775" y="2687325"/>
                <a:ext cx="270400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10816" h="6643" extrusionOk="0">
                    <a:moveTo>
                      <a:pt x="10734" y="1"/>
                    </a:moveTo>
                    <a:lnTo>
                      <a:pt x="0" y="6509"/>
                    </a:lnTo>
                    <a:lnTo>
                      <a:pt x="82" y="6642"/>
                    </a:lnTo>
                    <a:lnTo>
                      <a:pt x="10815" y="134"/>
                    </a:lnTo>
                    <a:lnTo>
                      <a:pt x="107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5456450" y="2689050"/>
                <a:ext cx="75675" cy="518650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746" extrusionOk="0">
                    <a:moveTo>
                      <a:pt x="2872" y="1"/>
                    </a:moveTo>
                    <a:lnTo>
                      <a:pt x="1" y="20724"/>
                    </a:lnTo>
                    <a:lnTo>
                      <a:pt x="156" y="20746"/>
                    </a:lnTo>
                    <a:lnTo>
                      <a:pt x="3027" y="22"/>
                    </a:lnTo>
                    <a:lnTo>
                      <a:pt x="28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5146225" y="3205650"/>
                <a:ext cx="31272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4570" extrusionOk="0">
                    <a:moveTo>
                      <a:pt x="12457" y="0"/>
                    </a:moveTo>
                    <a:lnTo>
                      <a:pt x="1" y="4421"/>
                    </a:lnTo>
                    <a:lnTo>
                      <a:pt x="53" y="4569"/>
                    </a:lnTo>
                    <a:lnTo>
                      <a:pt x="12509" y="148"/>
                    </a:lnTo>
                    <a:lnTo>
                      <a:pt x="124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>
                <a:off x="4953875" y="3206725"/>
                <a:ext cx="506200" cy="792125"/>
              </a:xfrm>
              <a:custGeom>
                <a:avLst/>
                <a:gdLst/>
                <a:ahLst/>
                <a:cxnLst/>
                <a:rect l="l" t="t" r="r" b="b"/>
                <a:pathLst>
                  <a:path w="20248" h="31685" extrusionOk="0">
                    <a:moveTo>
                      <a:pt x="20116" y="0"/>
                    </a:moveTo>
                    <a:lnTo>
                      <a:pt x="0" y="31601"/>
                    </a:lnTo>
                    <a:lnTo>
                      <a:pt x="133" y="31684"/>
                    </a:lnTo>
                    <a:lnTo>
                      <a:pt x="20248" y="85"/>
                    </a:lnTo>
                    <a:lnTo>
                      <a:pt x="20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4953625" y="3314650"/>
                <a:ext cx="196175" cy="68385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27354" extrusionOk="0">
                    <a:moveTo>
                      <a:pt x="7695" y="1"/>
                    </a:moveTo>
                    <a:lnTo>
                      <a:pt x="0" y="27311"/>
                    </a:lnTo>
                    <a:lnTo>
                      <a:pt x="151" y="27354"/>
                    </a:lnTo>
                    <a:lnTo>
                      <a:pt x="7846" y="43"/>
                    </a:lnTo>
                    <a:lnTo>
                      <a:pt x="769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4508351" y="3415900"/>
                <a:ext cx="536949" cy="443729"/>
              </a:xfrm>
              <a:custGeom>
                <a:avLst/>
                <a:gdLst/>
                <a:ahLst/>
                <a:cxnLst/>
                <a:rect l="l" t="t" r="r" b="b"/>
                <a:pathLst>
                  <a:path w="35589" h="29386" extrusionOk="0">
                    <a:moveTo>
                      <a:pt x="99" y="0"/>
                    </a:moveTo>
                    <a:lnTo>
                      <a:pt x="0" y="120"/>
                    </a:lnTo>
                    <a:lnTo>
                      <a:pt x="35490" y="29386"/>
                    </a:lnTo>
                    <a:lnTo>
                      <a:pt x="35589" y="29266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4508025" y="3416250"/>
                <a:ext cx="448850" cy="582475"/>
              </a:xfrm>
              <a:custGeom>
                <a:avLst/>
                <a:gdLst/>
                <a:ahLst/>
                <a:cxnLst/>
                <a:rect l="l" t="t" r="r" b="b"/>
                <a:pathLst>
                  <a:path w="17954" h="23299" extrusionOk="0">
                    <a:moveTo>
                      <a:pt x="125" y="1"/>
                    </a:moveTo>
                    <a:lnTo>
                      <a:pt x="1" y="96"/>
                    </a:lnTo>
                    <a:lnTo>
                      <a:pt x="17829" y="23298"/>
                    </a:lnTo>
                    <a:lnTo>
                      <a:pt x="17953" y="2320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1"/>
              <p:cNvSpPr/>
              <p:nvPr/>
            </p:nvSpPr>
            <p:spPr>
              <a:xfrm>
                <a:off x="4475750" y="3995500"/>
                <a:ext cx="480250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6672" extrusionOk="0">
                    <a:moveTo>
                      <a:pt x="19159" y="1"/>
                    </a:moveTo>
                    <a:lnTo>
                      <a:pt x="1" y="6524"/>
                    </a:lnTo>
                    <a:lnTo>
                      <a:pt x="52" y="6671"/>
                    </a:lnTo>
                    <a:lnTo>
                      <a:pt x="19210" y="149"/>
                    </a:lnTo>
                    <a:lnTo>
                      <a:pt x="1915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1"/>
              <p:cNvSpPr/>
              <p:nvPr/>
            </p:nvSpPr>
            <p:spPr>
              <a:xfrm>
                <a:off x="3604000" y="3415850"/>
                <a:ext cx="906975" cy="768025"/>
              </a:xfrm>
              <a:custGeom>
                <a:avLst/>
                <a:gdLst/>
                <a:ahLst/>
                <a:cxnLst/>
                <a:rect l="l" t="t" r="r" b="b"/>
                <a:pathLst>
                  <a:path w="36279" h="30721" extrusionOk="0">
                    <a:moveTo>
                      <a:pt x="36177" y="0"/>
                    </a:moveTo>
                    <a:lnTo>
                      <a:pt x="0" y="30601"/>
                    </a:lnTo>
                    <a:lnTo>
                      <a:pt x="101" y="30720"/>
                    </a:lnTo>
                    <a:lnTo>
                      <a:pt x="36278" y="120"/>
                    </a:lnTo>
                    <a:lnTo>
                      <a:pt x="3617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4395925" y="1631375"/>
                <a:ext cx="4925" cy="5259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1039" extrusionOk="0">
                    <a:moveTo>
                      <a:pt x="157" y="1"/>
                    </a:moveTo>
                    <a:lnTo>
                      <a:pt x="0" y="2"/>
                    </a:lnTo>
                    <a:lnTo>
                      <a:pt x="40" y="21039"/>
                    </a:lnTo>
                    <a:lnTo>
                      <a:pt x="196" y="2103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1"/>
              <p:cNvSpPr/>
              <p:nvPr/>
            </p:nvSpPr>
            <p:spPr>
              <a:xfrm>
                <a:off x="4580425" y="1871775"/>
                <a:ext cx="240225" cy="472000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18880" extrusionOk="0">
                    <a:moveTo>
                      <a:pt x="9470" y="1"/>
                    </a:moveTo>
                    <a:lnTo>
                      <a:pt x="0" y="18808"/>
                    </a:lnTo>
                    <a:lnTo>
                      <a:pt x="140" y="18879"/>
                    </a:lnTo>
                    <a:lnTo>
                      <a:pt x="9609" y="71"/>
                    </a:lnTo>
                    <a:lnTo>
                      <a:pt x="947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1"/>
              <p:cNvSpPr/>
              <p:nvPr/>
            </p:nvSpPr>
            <p:spPr>
              <a:xfrm>
                <a:off x="4517975" y="1997675"/>
                <a:ext cx="565100" cy="652400"/>
              </a:xfrm>
              <a:custGeom>
                <a:avLst/>
                <a:gdLst/>
                <a:ahLst/>
                <a:cxnLst/>
                <a:rect l="l" t="t" r="r" b="b"/>
                <a:pathLst>
                  <a:path w="22604" h="26096" extrusionOk="0">
                    <a:moveTo>
                      <a:pt x="119" y="0"/>
                    </a:moveTo>
                    <a:lnTo>
                      <a:pt x="0" y="102"/>
                    </a:lnTo>
                    <a:lnTo>
                      <a:pt x="22485" y="26096"/>
                    </a:lnTo>
                    <a:lnTo>
                      <a:pt x="22603" y="25994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4707375" y="2646700"/>
                <a:ext cx="374975" cy="95125"/>
              </a:xfrm>
              <a:custGeom>
                <a:avLst/>
                <a:gdLst/>
                <a:ahLst/>
                <a:cxnLst/>
                <a:rect l="l" t="t" r="r" b="b"/>
                <a:pathLst>
                  <a:path w="14999" h="3805" extrusionOk="0">
                    <a:moveTo>
                      <a:pt x="14961" y="0"/>
                    </a:moveTo>
                    <a:lnTo>
                      <a:pt x="0" y="3653"/>
                    </a:lnTo>
                    <a:lnTo>
                      <a:pt x="38" y="3804"/>
                    </a:lnTo>
                    <a:lnTo>
                      <a:pt x="14998" y="153"/>
                    </a:lnTo>
                    <a:lnTo>
                      <a:pt x="1496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>
                <a:off x="3660650" y="3415600"/>
                <a:ext cx="849150" cy="92250"/>
              </a:xfrm>
              <a:custGeom>
                <a:avLst/>
                <a:gdLst/>
                <a:ahLst/>
                <a:cxnLst/>
                <a:rect l="l" t="t" r="r" b="b"/>
                <a:pathLst>
                  <a:path w="33966" h="3690" extrusionOk="0">
                    <a:moveTo>
                      <a:pt x="33949" y="1"/>
                    </a:moveTo>
                    <a:lnTo>
                      <a:pt x="1" y="3534"/>
                    </a:lnTo>
                    <a:lnTo>
                      <a:pt x="16" y="3689"/>
                    </a:lnTo>
                    <a:lnTo>
                      <a:pt x="33966" y="156"/>
                    </a:lnTo>
                    <a:lnTo>
                      <a:pt x="339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1"/>
              <p:cNvSpPr/>
              <p:nvPr/>
            </p:nvSpPr>
            <p:spPr>
              <a:xfrm>
                <a:off x="1587775" y="2302200"/>
                <a:ext cx="1764125" cy="464275"/>
              </a:xfrm>
              <a:custGeom>
                <a:avLst/>
                <a:gdLst/>
                <a:ahLst/>
                <a:cxnLst/>
                <a:rect l="l" t="t" r="r" b="b"/>
                <a:pathLst>
                  <a:path w="70565" h="18571" extrusionOk="0">
                    <a:moveTo>
                      <a:pt x="70525" y="1"/>
                    </a:moveTo>
                    <a:lnTo>
                      <a:pt x="0" y="18419"/>
                    </a:lnTo>
                    <a:lnTo>
                      <a:pt x="40" y="18571"/>
                    </a:lnTo>
                    <a:lnTo>
                      <a:pt x="70565" y="152"/>
                    </a:lnTo>
                    <a:lnTo>
                      <a:pt x="705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11"/>
            <p:cNvGrpSpPr/>
            <p:nvPr/>
          </p:nvGrpSpPr>
          <p:grpSpPr>
            <a:xfrm rot="-5601564">
              <a:off x="2726889" y="4924148"/>
              <a:ext cx="3944423" cy="2554347"/>
              <a:chOff x="1587775" y="1629575"/>
              <a:chExt cx="3944350" cy="2554300"/>
            </a:xfrm>
          </p:grpSpPr>
          <p:sp>
            <p:nvSpPr>
              <p:cNvPr id="325" name="Google Shape;325;p11"/>
              <p:cNvSpPr/>
              <p:nvPr/>
            </p:nvSpPr>
            <p:spPr>
              <a:xfrm>
                <a:off x="3350075" y="1629675"/>
                <a:ext cx="1047825" cy="675975"/>
              </a:xfrm>
              <a:custGeom>
                <a:avLst/>
                <a:gdLst/>
                <a:ahLst/>
                <a:cxnLst/>
                <a:rect l="l" t="t" r="r" b="b"/>
                <a:pathLst>
                  <a:path w="41913" h="27039" extrusionOk="0">
                    <a:moveTo>
                      <a:pt x="41828" y="1"/>
                    </a:moveTo>
                    <a:lnTo>
                      <a:pt x="1" y="26907"/>
                    </a:lnTo>
                    <a:lnTo>
                      <a:pt x="86" y="27039"/>
                    </a:lnTo>
                    <a:lnTo>
                      <a:pt x="41912" y="132"/>
                    </a:lnTo>
                    <a:lnTo>
                      <a:pt x="4182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1"/>
              <p:cNvSpPr/>
              <p:nvPr/>
            </p:nvSpPr>
            <p:spPr>
              <a:xfrm>
                <a:off x="3350825" y="2302175"/>
                <a:ext cx="423150" cy="95825"/>
              </a:xfrm>
              <a:custGeom>
                <a:avLst/>
                <a:gdLst/>
                <a:ahLst/>
                <a:cxnLst/>
                <a:rect l="l" t="t" r="r" b="b"/>
                <a:pathLst>
                  <a:path w="16926" h="3833" extrusionOk="0">
                    <a:moveTo>
                      <a:pt x="34" y="1"/>
                    </a:moveTo>
                    <a:lnTo>
                      <a:pt x="1" y="154"/>
                    </a:lnTo>
                    <a:lnTo>
                      <a:pt x="16892" y="3832"/>
                    </a:lnTo>
                    <a:lnTo>
                      <a:pt x="16925" y="368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1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1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1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1"/>
              <p:cNvSpPr/>
              <p:nvPr/>
            </p:nvSpPr>
            <p:spPr>
              <a:xfrm>
                <a:off x="3771825" y="1630200"/>
                <a:ext cx="626475" cy="767100"/>
              </a:xfrm>
              <a:custGeom>
                <a:avLst/>
                <a:gdLst/>
                <a:ahLst/>
                <a:cxnLst/>
                <a:rect l="l" t="t" r="r" b="b"/>
                <a:pathLst>
                  <a:path w="25059" h="30684" extrusionOk="0">
                    <a:moveTo>
                      <a:pt x="24937" y="1"/>
                    </a:moveTo>
                    <a:lnTo>
                      <a:pt x="1" y="30585"/>
                    </a:lnTo>
                    <a:lnTo>
                      <a:pt x="122" y="30683"/>
                    </a:lnTo>
                    <a:lnTo>
                      <a:pt x="25059" y="100"/>
                    </a:lnTo>
                    <a:lnTo>
                      <a:pt x="249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1"/>
              <p:cNvSpPr/>
              <p:nvPr/>
            </p:nvSpPr>
            <p:spPr>
              <a:xfrm>
                <a:off x="3772400" y="2216325"/>
                <a:ext cx="3402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7259" extrusionOk="0">
                    <a:moveTo>
                      <a:pt x="13538" y="0"/>
                    </a:moveTo>
                    <a:lnTo>
                      <a:pt x="0" y="7121"/>
                    </a:lnTo>
                    <a:lnTo>
                      <a:pt x="74" y="7259"/>
                    </a:lnTo>
                    <a:lnTo>
                      <a:pt x="13611" y="139"/>
                    </a:lnTo>
                    <a:lnTo>
                      <a:pt x="1353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1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1"/>
              <p:cNvSpPr/>
              <p:nvPr/>
            </p:nvSpPr>
            <p:spPr>
              <a:xfrm>
                <a:off x="4110025" y="2217425"/>
                <a:ext cx="79750" cy="2662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0648" extrusionOk="0">
                    <a:moveTo>
                      <a:pt x="151" y="1"/>
                    </a:moveTo>
                    <a:lnTo>
                      <a:pt x="0" y="45"/>
                    </a:lnTo>
                    <a:lnTo>
                      <a:pt x="3040" y="10648"/>
                    </a:lnTo>
                    <a:lnTo>
                      <a:pt x="3190" y="1060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1"/>
              <p:cNvSpPr/>
              <p:nvPr/>
            </p:nvSpPr>
            <p:spPr>
              <a:xfrm>
                <a:off x="3773200" y="2340800"/>
                <a:ext cx="808900" cy="57075"/>
              </a:xfrm>
              <a:custGeom>
                <a:avLst/>
                <a:gdLst/>
                <a:ahLst/>
                <a:cxnLst/>
                <a:rect l="l" t="t" r="r" b="b"/>
                <a:pathLst>
                  <a:path w="32356" h="2283" extrusionOk="0">
                    <a:moveTo>
                      <a:pt x="32345" y="0"/>
                    </a:moveTo>
                    <a:lnTo>
                      <a:pt x="1" y="2127"/>
                    </a:lnTo>
                    <a:lnTo>
                      <a:pt x="11" y="2282"/>
                    </a:lnTo>
                    <a:lnTo>
                      <a:pt x="32356" y="156"/>
                    </a:lnTo>
                    <a:lnTo>
                      <a:pt x="3234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1"/>
              <p:cNvSpPr/>
              <p:nvPr/>
            </p:nvSpPr>
            <p:spPr>
              <a:xfrm>
                <a:off x="4109975" y="1630650"/>
                <a:ext cx="288550" cy="588275"/>
              </a:xfrm>
              <a:custGeom>
                <a:avLst/>
                <a:gdLst/>
                <a:ahLst/>
                <a:cxnLst/>
                <a:rect l="l" t="t" r="r" b="b"/>
                <a:pathLst>
                  <a:path w="11542" h="23531" extrusionOk="0">
                    <a:moveTo>
                      <a:pt x="11400" y="0"/>
                    </a:moveTo>
                    <a:lnTo>
                      <a:pt x="0" y="23462"/>
                    </a:lnTo>
                    <a:lnTo>
                      <a:pt x="141" y="23530"/>
                    </a:lnTo>
                    <a:lnTo>
                      <a:pt x="11541" y="69"/>
                    </a:lnTo>
                    <a:lnTo>
                      <a:pt x="114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4398400" y="1632125"/>
                <a:ext cx="122750" cy="366800"/>
              </a:xfrm>
              <a:custGeom>
                <a:avLst/>
                <a:gdLst/>
                <a:ahLst/>
                <a:cxnLst/>
                <a:rect l="l" t="t" r="r" b="b"/>
                <a:pathLst>
                  <a:path w="4910" h="14672" extrusionOk="0">
                    <a:moveTo>
                      <a:pt x="149" y="1"/>
                    </a:moveTo>
                    <a:lnTo>
                      <a:pt x="0" y="50"/>
                    </a:lnTo>
                    <a:lnTo>
                      <a:pt x="4761" y="14671"/>
                    </a:lnTo>
                    <a:lnTo>
                      <a:pt x="4909" y="14622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4395850" y="1629575"/>
                <a:ext cx="423925" cy="244675"/>
              </a:xfrm>
              <a:custGeom>
                <a:avLst/>
                <a:gdLst/>
                <a:ahLst/>
                <a:cxnLst/>
                <a:rect l="l" t="t" r="r" b="b"/>
                <a:pathLst>
                  <a:path w="16957" h="9787" extrusionOk="0">
                    <a:moveTo>
                      <a:pt x="78" y="1"/>
                    </a:moveTo>
                    <a:lnTo>
                      <a:pt x="1" y="136"/>
                    </a:lnTo>
                    <a:lnTo>
                      <a:pt x="16878" y="9787"/>
                    </a:lnTo>
                    <a:lnTo>
                      <a:pt x="16956" y="9651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4396450" y="1997625"/>
                <a:ext cx="124775" cy="160875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6435" extrusionOk="0">
                    <a:moveTo>
                      <a:pt x="4866" y="0"/>
                    </a:moveTo>
                    <a:lnTo>
                      <a:pt x="1" y="6340"/>
                    </a:lnTo>
                    <a:lnTo>
                      <a:pt x="125" y="6435"/>
                    </a:lnTo>
                    <a:lnTo>
                      <a:pt x="4991" y="96"/>
                    </a:lnTo>
                    <a:lnTo>
                      <a:pt x="486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4111375" y="2155375"/>
                <a:ext cx="2868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11472" h="2580" extrusionOk="0">
                    <a:moveTo>
                      <a:pt x="11438" y="1"/>
                    </a:moveTo>
                    <a:lnTo>
                      <a:pt x="1" y="2427"/>
                    </a:lnTo>
                    <a:lnTo>
                      <a:pt x="34" y="2580"/>
                    </a:lnTo>
                    <a:lnTo>
                      <a:pt x="11472" y="154"/>
                    </a:lnTo>
                    <a:lnTo>
                      <a:pt x="11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4517350" y="1998600"/>
                <a:ext cx="66450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13789" extrusionOk="0">
                    <a:moveTo>
                      <a:pt x="155" y="1"/>
                    </a:moveTo>
                    <a:lnTo>
                      <a:pt x="0" y="29"/>
                    </a:lnTo>
                    <a:lnTo>
                      <a:pt x="2504" y="13788"/>
                    </a:lnTo>
                    <a:lnTo>
                      <a:pt x="2658" y="13760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1"/>
              <p:cNvSpPr/>
              <p:nvPr/>
            </p:nvSpPr>
            <p:spPr>
              <a:xfrm>
                <a:off x="4518575" y="1870775"/>
                <a:ext cx="300850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5193" extrusionOk="0">
                    <a:moveTo>
                      <a:pt x="11972" y="1"/>
                    </a:moveTo>
                    <a:lnTo>
                      <a:pt x="0" y="5049"/>
                    </a:lnTo>
                    <a:lnTo>
                      <a:pt x="62" y="5193"/>
                    </a:lnTo>
                    <a:lnTo>
                      <a:pt x="12034" y="145"/>
                    </a:lnTo>
                    <a:lnTo>
                      <a:pt x="119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4817050" y="1872175"/>
                <a:ext cx="269775" cy="774450"/>
              </a:xfrm>
              <a:custGeom>
                <a:avLst/>
                <a:gdLst/>
                <a:ahLst/>
                <a:cxnLst/>
                <a:rect l="l" t="t" r="r" b="b"/>
                <a:pathLst>
                  <a:path w="10791" h="30978" extrusionOk="0">
                    <a:moveTo>
                      <a:pt x="149" y="0"/>
                    </a:moveTo>
                    <a:lnTo>
                      <a:pt x="1" y="51"/>
                    </a:lnTo>
                    <a:lnTo>
                      <a:pt x="10643" y="30977"/>
                    </a:lnTo>
                    <a:lnTo>
                      <a:pt x="10791" y="30926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4581725" y="2233525"/>
                <a:ext cx="700025" cy="111225"/>
              </a:xfrm>
              <a:custGeom>
                <a:avLst/>
                <a:gdLst/>
                <a:ahLst/>
                <a:cxnLst/>
                <a:rect l="l" t="t" r="r" b="b"/>
                <a:pathLst>
                  <a:path w="28001" h="4449" extrusionOk="0">
                    <a:moveTo>
                      <a:pt x="27976" y="1"/>
                    </a:moveTo>
                    <a:lnTo>
                      <a:pt x="0" y="4294"/>
                    </a:lnTo>
                    <a:lnTo>
                      <a:pt x="24" y="4449"/>
                    </a:lnTo>
                    <a:lnTo>
                      <a:pt x="28000" y="155"/>
                    </a:lnTo>
                    <a:lnTo>
                      <a:pt x="2797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1"/>
              <p:cNvSpPr/>
              <p:nvPr/>
            </p:nvSpPr>
            <p:spPr>
              <a:xfrm>
                <a:off x="4818625" y="1761475"/>
                <a:ext cx="532650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1306" h="4524" extrusionOk="0">
                    <a:moveTo>
                      <a:pt x="21274" y="0"/>
                    </a:moveTo>
                    <a:lnTo>
                      <a:pt x="0" y="4370"/>
                    </a:lnTo>
                    <a:lnTo>
                      <a:pt x="32" y="4523"/>
                    </a:lnTo>
                    <a:lnTo>
                      <a:pt x="21306" y="153"/>
                    </a:lnTo>
                    <a:lnTo>
                      <a:pt x="212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4817700" y="1871325"/>
                <a:ext cx="465100" cy="366025"/>
              </a:xfrm>
              <a:custGeom>
                <a:avLst/>
                <a:gdLst/>
                <a:ahLst/>
                <a:cxnLst/>
                <a:rect l="l" t="t" r="r" b="b"/>
                <a:pathLst>
                  <a:path w="18604" h="14641" extrusionOk="0">
                    <a:moveTo>
                      <a:pt x="97" y="1"/>
                    </a:moveTo>
                    <a:lnTo>
                      <a:pt x="1" y="124"/>
                    </a:lnTo>
                    <a:lnTo>
                      <a:pt x="18508" y="14641"/>
                    </a:lnTo>
                    <a:lnTo>
                      <a:pt x="18604" y="14518"/>
                    </a:lnTo>
                    <a:lnTo>
                      <a:pt x="9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5279800" y="1763000"/>
                <a:ext cx="73050" cy="472775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8911" extrusionOk="0">
                    <a:moveTo>
                      <a:pt x="2766" y="1"/>
                    </a:moveTo>
                    <a:lnTo>
                      <a:pt x="1" y="18887"/>
                    </a:lnTo>
                    <a:lnTo>
                      <a:pt x="155" y="18910"/>
                    </a:lnTo>
                    <a:lnTo>
                      <a:pt x="2921" y="24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4356300" y="2342075"/>
                <a:ext cx="2275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17822" extrusionOk="0">
                    <a:moveTo>
                      <a:pt x="8960" y="0"/>
                    </a:moveTo>
                    <a:lnTo>
                      <a:pt x="0" y="17752"/>
                    </a:lnTo>
                    <a:lnTo>
                      <a:pt x="140" y="17822"/>
                    </a:lnTo>
                    <a:lnTo>
                      <a:pt x="9100" y="71"/>
                    </a:lnTo>
                    <a:lnTo>
                      <a:pt x="89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4187225" y="2343825"/>
                <a:ext cx="398800" cy="141300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5652" extrusionOk="0">
                    <a:moveTo>
                      <a:pt x="15900" y="0"/>
                    </a:moveTo>
                    <a:lnTo>
                      <a:pt x="1" y="5503"/>
                    </a:lnTo>
                    <a:lnTo>
                      <a:pt x="52" y="5651"/>
                    </a:lnTo>
                    <a:lnTo>
                      <a:pt x="15951" y="148"/>
                    </a:lnTo>
                    <a:lnTo>
                      <a:pt x="1590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4356275" y="2786225"/>
                <a:ext cx="155775" cy="635150"/>
              </a:xfrm>
              <a:custGeom>
                <a:avLst/>
                <a:gdLst/>
                <a:ahLst/>
                <a:cxnLst/>
                <a:rect l="l" t="t" r="r" b="b"/>
                <a:pathLst>
                  <a:path w="6231" h="25406" extrusionOk="0">
                    <a:moveTo>
                      <a:pt x="152" y="0"/>
                    </a:moveTo>
                    <a:lnTo>
                      <a:pt x="0" y="37"/>
                    </a:lnTo>
                    <a:lnTo>
                      <a:pt x="6078" y="25405"/>
                    </a:lnTo>
                    <a:lnTo>
                      <a:pt x="6230" y="25369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4507850" y="2739350"/>
                <a:ext cx="201700" cy="678675"/>
              </a:xfrm>
              <a:custGeom>
                <a:avLst/>
                <a:gdLst/>
                <a:ahLst/>
                <a:cxnLst/>
                <a:rect l="l" t="t" r="r" b="b"/>
                <a:pathLst>
                  <a:path w="8068" h="27147" extrusionOk="0">
                    <a:moveTo>
                      <a:pt x="7918" y="0"/>
                    </a:moveTo>
                    <a:lnTo>
                      <a:pt x="0" y="27103"/>
                    </a:lnTo>
                    <a:lnTo>
                      <a:pt x="151" y="27147"/>
                    </a:lnTo>
                    <a:lnTo>
                      <a:pt x="8068" y="44"/>
                    </a:lnTo>
                    <a:lnTo>
                      <a:pt x="791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4580250" y="2342250"/>
                <a:ext cx="129275" cy="398350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15934" extrusionOk="0">
                    <a:moveTo>
                      <a:pt x="150" y="1"/>
                    </a:moveTo>
                    <a:lnTo>
                      <a:pt x="1" y="48"/>
                    </a:lnTo>
                    <a:lnTo>
                      <a:pt x="5022" y="15933"/>
                    </a:lnTo>
                    <a:lnTo>
                      <a:pt x="5171" y="15886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4581125" y="2341450"/>
                <a:ext cx="501575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0063" h="12369" extrusionOk="0">
                    <a:moveTo>
                      <a:pt x="83" y="0"/>
                    </a:moveTo>
                    <a:lnTo>
                      <a:pt x="0" y="134"/>
                    </a:lnTo>
                    <a:lnTo>
                      <a:pt x="19980" y="12369"/>
                    </a:lnTo>
                    <a:lnTo>
                      <a:pt x="20063" y="1223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5079850" y="2234575"/>
                <a:ext cx="203400" cy="4148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16595" extrusionOk="0">
                    <a:moveTo>
                      <a:pt x="7995" y="0"/>
                    </a:moveTo>
                    <a:lnTo>
                      <a:pt x="0" y="16526"/>
                    </a:lnTo>
                    <a:lnTo>
                      <a:pt x="141" y="16595"/>
                    </a:lnTo>
                    <a:lnTo>
                      <a:pt x="8136" y="69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5279925" y="2234825"/>
                <a:ext cx="252200" cy="455475"/>
              </a:xfrm>
              <a:custGeom>
                <a:avLst/>
                <a:gdLst/>
                <a:ahLst/>
                <a:cxnLst/>
                <a:rect l="l" t="t" r="r" b="b"/>
                <a:pathLst>
                  <a:path w="10088" h="18219" extrusionOk="0">
                    <a:moveTo>
                      <a:pt x="137" y="1"/>
                    </a:moveTo>
                    <a:lnTo>
                      <a:pt x="0" y="76"/>
                    </a:lnTo>
                    <a:lnTo>
                      <a:pt x="9951" y="18219"/>
                    </a:lnTo>
                    <a:lnTo>
                      <a:pt x="10088" y="1814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5081725" y="2646725"/>
                <a:ext cx="449050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962" h="1775" extrusionOk="0">
                    <a:moveTo>
                      <a:pt x="15" y="0"/>
                    </a:moveTo>
                    <a:lnTo>
                      <a:pt x="0" y="156"/>
                    </a:lnTo>
                    <a:lnTo>
                      <a:pt x="17948" y="1774"/>
                    </a:lnTo>
                    <a:lnTo>
                      <a:pt x="17961" y="1619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1"/>
              <p:cNvSpPr/>
              <p:nvPr/>
            </p:nvSpPr>
            <p:spPr>
              <a:xfrm>
                <a:off x="4707225" y="2738300"/>
                <a:ext cx="555075" cy="115725"/>
              </a:xfrm>
              <a:custGeom>
                <a:avLst/>
                <a:gdLst/>
                <a:ahLst/>
                <a:cxnLst/>
                <a:rect l="l" t="t" r="r" b="b"/>
                <a:pathLst>
                  <a:path w="22203" h="4629" extrusionOk="0">
                    <a:moveTo>
                      <a:pt x="31" y="1"/>
                    </a:moveTo>
                    <a:lnTo>
                      <a:pt x="0" y="154"/>
                    </a:lnTo>
                    <a:lnTo>
                      <a:pt x="22171" y="4628"/>
                    </a:lnTo>
                    <a:lnTo>
                      <a:pt x="22203" y="4475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4358500" y="2738150"/>
                <a:ext cx="349475" cy="53150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2126" extrusionOk="0">
                    <a:moveTo>
                      <a:pt x="13956" y="0"/>
                    </a:moveTo>
                    <a:lnTo>
                      <a:pt x="1" y="1971"/>
                    </a:lnTo>
                    <a:lnTo>
                      <a:pt x="23" y="2126"/>
                    </a:lnTo>
                    <a:lnTo>
                      <a:pt x="13978" y="156"/>
                    </a:lnTo>
                    <a:lnTo>
                      <a:pt x="139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4357225" y="2787675"/>
                <a:ext cx="446875" cy="433225"/>
              </a:xfrm>
              <a:custGeom>
                <a:avLst/>
                <a:gdLst/>
                <a:ahLst/>
                <a:cxnLst/>
                <a:rect l="l" t="t" r="r" b="b"/>
                <a:pathLst>
                  <a:path w="17875" h="17329" extrusionOk="0">
                    <a:moveTo>
                      <a:pt x="110" y="1"/>
                    </a:moveTo>
                    <a:lnTo>
                      <a:pt x="1" y="114"/>
                    </a:lnTo>
                    <a:lnTo>
                      <a:pt x="17765" y="17329"/>
                    </a:lnTo>
                    <a:lnTo>
                      <a:pt x="17874" y="17216"/>
                    </a:lnTo>
                    <a:lnTo>
                      <a:pt x="11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4706100" y="2739075"/>
                <a:ext cx="442300" cy="580525"/>
              </a:xfrm>
              <a:custGeom>
                <a:avLst/>
                <a:gdLst/>
                <a:ahLst/>
                <a:cxnLst/>
                <a:rect l="l" t="t" r="r" b="b"/>
                <a:pathLst>
                  <a:path w="17692" h="23221" extrusionOk="0">
                    <a:moveTo>
                      <a:pt x="124" y="1"/>
                    </a:moveTo>
                    <a:lnTo>
                      <a:pt x="0" y="95"/>
                    </a:lnTo>
                    <a:lnTo>
                      <a:pt x="17567" y="23221"/>
                    </a:lnTo>
                    <a:lnTo>
                      <a:pt x="17691" y="23126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3660200" y="3504225"/>
                <a:ext cx="1295850" cy="495375"/>
              </a:xfrm>
              <a:custGeom>
                <a:avLst/>
                <a:gdLst/>
                <a:ahLst/>
                <a:cxnLst/>
                <a:rect l="l" t="t" r="r" b="b"/>
                <a:pathLst>
                  <a:path w="51834" h="19815" extrusionOk="0">
                    <a:moveTo>
                      <a:pt x="56" y="0"/>
                    </a:moveTo>
                    <a:lnTo>
                      <a:pt x="1" y="146"/>
                    </a:lnTo>
                    <a:lnTo>
                      <a:pt x="51778" y="19815"/>
                    </a:lnTo>
                    <a:lnTo>
                      <a:pt x="51833" y="1966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1"/>
              <p:cNvSpPr/>
              <p:nvPr/>
            </p:nvSpPr>
            <p:spPr>
              <a:xfrm>
                <a:off x="4509500" y="3316450"/>
                <a:ext cx="637800" cy="103275"/>
              </a:xfrm>
              <a:custGeom>
                <a:avLst/>
                <a:gdLst/>
                <a:ahLst/>
                <a:cxnLst/>
                <a:rect l="l" t="t" r="r" b="b"/>
                <a:pathLst>
                  <a:path w="25512" h="4131" extrusionOk="0">
                    <a:moveTo>
                      <a:pt x="25487" y="1"/>
                    </a:moveTo>
                    <a:lnTo>
                      <a:pt x="0" y="3976"/>
                    </a:lnTo>
                    <a:lnTo>
                      <a:pt x="24" y="4131"/>
                    </a:lnTo>
                    <a:lnTo>
                      <a:pt x="25511" y="155"/>
                    </a:lnTo>
                    <a:lnTo>
                      <a:pt x="254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1"/>
              <p:cNvSpPr/>
              <p:nvPr/>
            </p:nvSpPr>
            <p:spPr>
              <a:xfrm>
                <a:off x="4800875" y="3219107"/>
                <a:ext cx="159884" cy="774217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855" extrusionOk="0">
                    <a:moveTo>
                      <a:pt x="154" y="1"/>
                    </a:moveTo>
                    <a:lnTo>
                      <a:pt x="1" y="32"/>
                    </a:lnTo>
                    <a:lnTo>
                      <a:pt x="7031" y="34855"/>
                    </a:lnTo>
                    <a:lnTo>
                      <a:pt x="7185" y="3482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4801125" y="2647825"/>
                <a:ext cx="282350" cy="572675"/>
              </a:xfrm>
              <a:custGeom>
                <a:avLst/>
                <a:gdLst/>
                <a:ahLst/>
                <a:cxnLst/>
                <a:rect l="l" t="t" r="r" b="b"/>
                <a:pathLst>
                  <a:path w="11294" h="22907" extrusionOk="0">
                    <a:moveTo>
                      <a:pt x="11152" y="0"/>
                    </a:moveTo>
                    <a:lnTo>
                      <a:pt x="0" y="22837"/>
                    </a:lnTo>
                    <a:lnTo>
                      <a:pt x="141" y="22906"/>
                    </a:lnTo>
                    <a:lnTo>
                      <a:pt x="11293" y="69"/>
                    </a:lnTo>
                    <a:lnTo>
                      <a:pt x="1115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1"/>
              <p:cNvSpPr/>
              <p:nvPr/>
            </p:nvSpPr>
            <p:spPr>
              <a:xfrm>
                <a:off x="5079825" y="2648400"/>
                <a:ext cx="69175" cy="6698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792" extrusionOk="0">
                    <a:moveTo>
                      <a:pt x="157" y="0"/>
                    </a:moveTo>
                    <a:lnTo>
                      <a:pt x="0" y="15"/>
                    </a:lnTo>
                    <a:lnTo>
                      <a:pt x="2610" y="26792"/>
                    </a:lnTo>
                    <a:lnTo>
                      <a:pt x="2766" y="2677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1"/>
              <p:cNvSpPr/>
              <p:nvPr/>
            </p:nvSpPr>
            <p:spPr>
              <a:xfrm>
                <a:off x="5145075" y="2851300"/>
                <a:ext cx="118900" cy="467275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18691" extrusionOk="0">
                    <a:moveTo>
                      <a:pt x="4604" y="1"/>
                    </a:moveTo>
                    <a:lnTo>
                      <a:pt x="1" y="18653"/>
                    </a:lnTo>
                    <a:lnTo>
                      <a:pt x="153" y="18690"/>
                    </a:lnTo>
                    <a:lnTo>
                      <a:pt x="4755" y="38"/>
                    </a:lnTo>
                    <a:lnTo>
                      <a:pt x="460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5260775" y="2687325"/>
                <a:ext cx="270400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10816" h="6643" extrusionOk="0">
                    <a:moveTo>
                      <a:pt x="10734" y="1"/>
                    </a:moveTo>
                    <a:lnTo>
                      <a:pt x="0" y="6509"/>
                    </a:lnTo>
                    <a:lnTo>
                      <a:pt x="82" y="6642"/>
                    </a:lnTo>
                    <a:lnTo>
                      <a:pt x="10815" y="134"/>
                    </a:lnTo>
                    <a:lnTo>
                      <a:pt x="1073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1"/>
              <p:cNvSpPr/>
              <p:nvPr/>
            </p:nvSpPr>
            <p:spPr>
              <a:xfrm>
                <a:off x="5456450" y="2689050"/>
                <a:ext cx="75675" cy="518650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746" extrusionOk="0">
                    <a:moveTo>
                      <a:pt x="2872" y="1"/>
                    </a:moveTo>
                    <a:lnTo>
                      <a:pt x="1" y="20724"/>
                    </a:lnTo>
                    <a:lnTo>
                      <a:pt x="156" y="20746"/>
                    </a:lnTo>
                    <a:lnTo>
                      <a:pt x="3027" y="22"/>
                    </a:lnTo>
                    <a:lnTo>
                      <a:pt x="287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1"/>
              <p:cNvSpPr/>
              <p:nvPr/>
            </p:nvSpPr>
            <p:spPr>
              <a:xfrm>
                <a:off x="5146225" y="3205650"/>
                <a:ext cx="31272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12509" h="4570" extrusionOk="0">
                    <a:moveTo>
                      <a:pt x="12457" y="0"/>
                    </a:moveTo>
                    <a:lnTo>
                      <a:pt x="1" y="4421"/>
                    </a:lnTo>
                    <a:lnTo>
                      <a:pt x="53" y="4569"/>
                    </a:lnTo>
                    <a:lnTo>
                      <a:pt x="12509" y="148"/>
                    </a:lnTo>
                    <a:lnTo>
                      <a:pt x="1245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4953875" y="3206725"/>
                <a:ext cx="506200" cy="792125"/>
              </a:xfrm>
              <a:custGeom>
                <a:avLst/>
                <a:gdLst/>
                <a:ahLst/>
                <a:cxnLst/>
                <a:rect l="l" t="t" r="r" b="b"/>
                <a:pathLst>
                  <a:path w="20248" h="31685" extrusionOk="0">
                    <a:moveTo>
                      <a:pt x="20116" y="0"/>
                    </a:moveTo>
                    <a:lnTo>
                      <a:pt x="0" y="31601"/>
                    </a:lnTo>
                    <a:lnTo>
                      <a:pt x="133" y="31684"/>
                    </a:lnTo>
                    <a:lnTo>
                      <a:pt x="20248" y="85"/>
                    </a:lnTo>
                    <a:lnTo>
                      <a:pt x="20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1"/>
              <p:cNvSpPr/>
              <p:nvPr/>
            </p:nvSpPr>
            <p:spPr>
              <a:xfrm>
                <a:off x="4953625" y="3314650"/>
                <a:ext cx="196175" cy="68385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27354" extrusionOk="0">
                    <a:moveTo>
                      <a:pt x="7695" y="1"/>
                    </a:moveTo>
                    <a:lnTo>
                      <a:pt x="0" y="27311"/>
                    </a:lnTo>
                    <a:lnTo>
                      <a:pt x="151" y="27354"/>
                    </a:lnTo>
                    <a:lnTo>
                      <a:pt x="7846" y="43"/>
                    </a:lnTo>
                    <a:lnTo>
                      <a:pt x="769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1"/>
              <p:cNvSpPr/>
              <p:nvPr/>
            </p:nvSpPr>
            <p:spPr>
              <a:xfrm>
                <a:off x="4508351" y="3415900"/>
                <a:ext cx="536949" cy="443729"/>
              </a:xfrm>
              <a:custGeom>
                <a:avLst/>
                <a:gdLst/>
                <a:ahLst/>
                <a:cxnLst/>
                <a:rect l="l" t="t" r="r" b="b"/>
                <a:pathLst>
                  <a:path w="35589" h="29386" extrusionOk="0">
                    <a:moveTo>
                      <a:pt x="99" y="0"/>
                    </a:moveTo>
                    <a:lnTo>
                      <a:pt x="0" y="120"/>
                    </a:lnTo>
                    <a:lnTo>
                      <a:pt x="35490" y="29386"/>
                    </a:lnTo>
                    <a:lnTo>
                      <a:pt x="35589" y="29266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1"/>
              <p:cNvSpPr/>
              <p:nvPr/>
            </p:nvSpPr>
            <p:spPr>
              <a:xfrm>
                <a:off x="4508025" y="3416250"/>
                <a:ext cx="448850" cy="582475"/>
              </a:xfrm>
              <a:custGeom>
                <a:avLst/>
                <a:gdLst/>
                <a:ahLst/>
                <a:cxnLst/>
                <a:rect l="l" t="t" r="r" b="b"/>
                <a:pathLst>
                  <a:path w="17954" h="23299" extrusionOk="0">
                    <a:moveTo>
                      <a:pt x="125" y="1"/>
                    </a:moveTo>
                    <a:lnTo>
                      <a:pt x="1" y="96"/>
                    </a:lnTo>
                    <a:lnTo>
                      <a:pt x="17829" y="23298"/>
                    </a:lnTo>
                    <a:lnTo>
                      <a:pt x="17953" y="2320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1"/>
              <p:cNvSpPr/>
              <p:nvPr/>
            </p:nvSpPr>
            <p:spPr>
              <a:xfrm>
                <a:off x="4475750" y="3995500"/>
                <a:ext cx="480250" cy="166800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6672" extrusionOk="0">
                    <a:moveTo>
                      <a:pt x="19159" y="1"/>
                    </a:moveTo>
                    <a:lnTo>
                      <a:pt x="1" y="6524"/>
                    </a:lnTo>
                    <a:lnTo>
                      <a:pt x="52" y="6671"/>
                    </a:lnTo>
                    <a:lnTo>
                      <a:pt x="19210" y="149"/>
                    </a:lnTo>
                    <a:lnTo>
                      <a:pt x="1915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3604000" y="3415850"/>
                <a:ext cx="906975" cy="768025"/>
              </a:xfrm>
              <a:custGeom>
                <a:avLst/>
                <a:gdLst/>
                <a:ahLst/>
                <a:cxnLst/>
                <a:rect l="l" t="t" r="r" b="b"/>
                <a:pathLst>
                  <a:path w="36279" h="30721" extrusionOk="0">
                    <a:moveTo>
                      <a:pt x="36177" y="0"/>
                    </a:moveTo>
                    <a:lnTo>
                      <a:pt x="0" y="30601"/>
                    </a:lnTo>
                    <a:lnTo>
                      <a:pt x="101" y="30720"/>
                    </a:lnTo>
                    <a:lnTo>
                      <a:pt x="36278" y="120"/>
                    </a:lnTo>
                    <a:lnTo>
                      <a:pt x="3617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1"/>
              <p:cNvSpPr/>
              <p:nvPr/>
            </p:nvSpPr>
            <p:spPr>
              <a:xfrm>
                <a:off x="4395925" y="1631375"/>
                <a:ext cx="4925" cy="5259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1039" extrusionOk="0">
                    <a:moveTo>
                      <a:pt x="157" y="1"/>
                    </a:moveTo>
                    <a:lnTo>
                      <a:pt x="0" y="2"/>
                    </a:lnTo>
                    <a:lnTo>
                      <a:pt x="40" y="21039"/>
                    </a:lnTo>
                    <a:lnTo>
                      <a:pt x="196" y="2103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4580425" y="1871775"/>
                <a:ext cx="240225" cy="472000"/>
              </a:xfrm>
              <a:custGeom>
                <a:avLst/>
                <a:gdLst/>
                <a:ahLst/>
                <a:cxnLst/>
                <a:rect l="l" t="t" r="r" b="b"/>
                <a:pathLst>
                  <a:path w="9609" h="18880" extrusionOk="0">
                    <a:moveTo>
                      <a:pt x="9470" y="1"/>
                    </a:moveTo>
                    <a:lnTo>
                      <a:pt x="0" y="18808"/>
                    </a:lnTo>
                    <a:lnTo>
                      <a:pt x="140" y="18879"/>
                    </a:lnTo>
                    <a:lnTo>
                      <a:pt x="9609" y="71"/>
                    </a:lnTo>
                    <a:lnTo>
                      <a:pt x="947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1"/>
              <p:cNvSpPr/>
              <p:nvPr/>
            </p:nvSpPr>
            <p:spPr>
              <a:xfrm>
                <a:off x="4517975" y="1997675"/>
                <a:ext cx="565100" cy="652400"/>
              </a:xfrm>
              <a:custGeom>
                <a:avLst/>
                <a:gdLst/>
                <a:ahLst/>
                <a:cxnLst/>
                <a:rect l="l" t="t" r="r" b="b"/>
                <a:pathLst>
                  <a:path w="22604" h="26096" extrusionOk="0">
                    <a:moveTo>
                      <a:pt x="119" y="0"/>
                    </a:moveTo>
                    <a:lnTo>
                      <a:pt x="0" y="102"/>
                    </a:lnTo>
                    <a:lnTo>
                      <a:pt x="22485" y="26096"/>
                    </a:lnTo>
                    <a:lnTo>
                      <a:pt x="22603" y="25994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1"/>
              <p:cNvSpPr/>
              <p:nvPr/>
            </p:nvSpPr>
            <p:spPr>
              <a:xfrm>
                <a:off x="4707375" y="2646700"/>
                <a:ext cx="374975" cy="95125"/>
              </a:xfrm>
              <a:custGeom>
                <a:avLst/>
                <a:gdLst/>
                <a:ahLst/>
                <a:cxnLst/>
                <a:rect l="l" t="t" r="r" b="b"/>
                <a:pathLst>
                  <a:path w="14999" h="3805" extrusionOk="0">
                    <a:moveTo>
                      <a:pt x="14961" y="0"/>
                    </a:moveTo>
                    <a:lnTo>
                      <a:pt x="0" y="3653"/>
                    </a:lnTo>
                    <a:lnTo>
                      <a:pt x="38" y="3804"/>
                    </a:lnTo>
                    <a:lnTo>
                      <a:pt x="14998" y="153"/>
                    </a:lnTo>
                    <a:lnTo>
                      <a:pt x="1496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1"/>
              <p:cNvSpPr/>
              <p:nvPr/>
            </p:nvSpPr>
            <p:spPr>
              <a:xfrm>
                <a:off x="3660650" y="3415600"/>
                <a:ext cx="849150" cy="92250"/>
              </a:xfrm>
              <a:custGeom>
                <a:avLst/>
                <a:gdLst/>
                <a:ahLst/>
                <a:cxnLst/>
                <a:rect l="l" t="t" r="r" b="b"/>
                <a:pathLst>
                  <a:path w="33966" h="3690" extrusionOk="0">
                    <a:moveTo>
                      <a:pt x="33949" y="1"/>
                    </a:moveTo>
                    <a:lnTo>
                      <a:pt x="1" y="3534"/>
                    </a:lnTo>
                    <a:lnTo>
                      <a:pt x="16" y="3689"/>
                    </a:lnTo>
                    <a:lnTo>
                      <a:pt x="33966" y="156"/>
                    </a:lnTo>
                    <a:lnTo>
                      <a:pt x="339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1"/>
              <p:cNvSpPr/>
              <p:nvPr/>
            </p:nvSpPr>
            <p:spPr>
              <a:xfrm>
                <a:off x="1587775" y="2302200"/>
                <a:ext cx="1764125" cy="464275"/>
              </a:xfrm>
              <a:custGeom>
                <a:avLst/>
                <a:gdLst/>
                <a:ahLst/>
                <a:cxnLst/>
                <a:rect l="l" t="t" r="r" b="b"/>
                <a:pathLst>
                  <a:path w="70565" h="18571" extrusionOk="0">
                    <a:moveTo>
                      <a:pt x="70525" y="1"/>
                    </a:moveTo>
                    <a:lnTo>
                      <a:pt x="0" y="18419"/>
                    </a:lnTo>
                    <a:lnTo>
                      <a:pt x="40" y="18571"/>
                    </a:lnTo>
                    <a:lnTo>
                      <a:pt x="70565" y="152"/>
                    </a:lnTo>
                    <a:lnTo>
                      <a:pt x="7052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8" name="Google Shape;388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9" name="Google Shape;389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0" name="Google Shape;390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1" name="Google Shape;391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3" name="Google Shape;393;p13"/>
          <p:cNvSpPr txBox="1">
            <a:spLocks noGrp="1"/>
          </p:cNvSpPr>
          <p:nvPr>
            <p:ph type="subTitle" idx="1"/>
          </p:nvPr>
        </p:nvSpPr>
        <p:spPr>
          <a:xfrm>
            <a:off x="720000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4" name="Google Shape;394;p13"/>
          <p:cNvSpPr txBox="1">
            <a:spLocks noGrp="1"/>
          </p:cNvSpPr>
          <p:nvPr>
            <p:ph type="subTitle" idx="8"/>
          </p:nvPr>
        </p:nvSpPr>
        <p:spPr>
          <a:xfrm>
            <a:off x="3419275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5" name="Google Shape;395;p13"/>
          <p:cNvSpPr txBox="1">
            <a:spLocks noGrp="1"/>
          </p:cNvSpPr>
          <p:nvPr>
            <p:ph type="subTitle" idx="9"/>
          </p:nvPr>
        </p:nvSpPr>
        <p:spPr>
          <a:xfrm>
            <a:off x="6118550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6" name="Google Shape;396;p13"/>
          <p:cNvSpPr txBox="1">
            <a:spLocks noGrp="1"/>
          </p:cNvSpPr>
          <p:nvPr>
            <p:ph type="subTitle" idx="13"/>
          </p:nvPr>
        </p:nvSpPr>
        <p:spPr>
          <a:xfrm>
            <a:off x="720000" y="34900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7" name="Google Shape;397;p13"/>
          <p:cNvSpPr txBox="1">
            <a:spLocks noGrp="1"/>
          </p:cNvSpPr>
          <p:nvPr>
            <p:ph type="subTitle" idx="14"/>
          </p:nvPr>
        </p:nvSpPr>
        <p:spPr>
          <a:xfrm>
            <a:off x="3419275" y="34900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8" name="Google Shape;398;p13"/>
          <p:cNvSpPr txBox="1">
            <a:spLocks noGrp="1"/>
          </p:cNvSpPr>
          <p:nvPr>
            <p:ph type="subTitle" idx="15"/>
          </p:nvPr>
        </p:nvSpPr>
        <p:spPr>
          <a:xfrm>
            <a:off x="6118550" y="34900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99" name="Google Shape;399;p13"/>
          <p:cNvGrpSpPr/>
          <p:nvPr/>
        </p:nvGrpSpPr>
        <p:grpSpPr>
          <a:xfrm>
            <a:off x="-302785" y="-621240"/>
            <a:ext cx="9813032" cy="5985067"/>
            <a:chOff x="-302785" y="-621240"/>
            <a:chExt cx="9813032" cy="5985067"/>
          </a:xfrm>
        </p:grpSpPr>
        <p:grpSp>
          <p:nvGrpSpPr>
            <p:cNvPr id="400" name="Google Shape;400;p13"/>
            <p:cNvGrpSpPr/>
            <p:nvPr/>
          </p:nvGrpSpPr>
          <p:grpSpPr>
            <a:xfrm rot="-9000074">
              <a:off x="-48088" y="-449641"/>
              <a:ext cx="1033608" cy="1295769"/>
              <a:chOff x="3658975" y="2344150"/>
              <a:chExt cx="927800" cy="1163125"/>
            </a:xfrm>
          </p:grpSpPr>
          <p:sp>
            <p:nvSpPr>
              <p:cNvPr id="401" name="Google Shape;401;p13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8" name="Google Shape;408;p13"/>
            <p:cNvGrpSpPr/>
            <p:nvPr/>
          </p:nvGrpSpPr>
          <p:grpSpPr>
            <a:xfrm rot="1719238">
              <a:off x="8229267" y="3899596"/>
              <a:ext cx="1033601" cy="1295761"/>
              <a:chOff x="3658975" y="2344150"/>
              <a:chExt cx="927800" cy="1163125"/>
            </a:xfrm>
          </p:grpSpPr>
          <p:sp>
            <p:nvSpPr>
              <p:cNvPr id="409" name="Google Shape;409;p13"/>
              <p:cNvSpPr/>
              <p:nvPr/>
            </p:nvSpPr>
            <p:spPr>
              <a:xfrm>
                <a:off x="3658975" y="2395775"/>
                <a:ext cx="116475" cy="1110350"/>
              </a:xfrm>
              <a:custGeom>
                <a:avLst/>
                <a:gdLst/>
                <a:ahLst/>
                <a:cxnLst/>
                <a:rect l="l" t="t" r="r" b="b"/>
                <a:pathLst>
                  <a:path w="4659" h="44414" extrusionOk="0">
                    <a:moveTo>
                      <a:pt x="4503" y="1"/>
                    </a:moveTo>
                    <a:lnTo>
                      <a:pt x="1" y="44398"/>
                    </a:lnTo>
                    <a:lnTo>
                      <a:pt x="156" y="44413"/>
                    </a:lnTo>
                    <a:lnTo>
                      <a:pt x="4659" y="16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3772025" y="2394925"/>
                <a:ext cx="739500" cy="1026825"/>
              </a:xfrm>
              <a:custGeom>
                <a:avLst/>
                <a:gdLst/>
                <a:ahLst/>
                <a:cxnLst/>
                <a:rect l="l" t="t" r="r" b="b"/>
                <a:pathLst>
                  <a:path w="29580" h="41073" extrusionOk="0">
                    <a:moveTo>
                      <a:pt x="128" y="0"/>
                    </a:moveTo>
                    <a:lnTo>
                      <a:pt x="1" y="91"/>
                    </a:lnTo>
                    <a:lnTo>
                      <a:pt x="29452" y="41073"/>
                    </a:lnTo>
                    <a:lnTo>
                      <a:pt x="29579" y="40982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3659275" y="2482275"/>
                <a:ext cx="530350" cy="1024700"/>
              </a:xfrm>
              <a:custGeom>
                <a:avLst/>
                <a:gdLst/>
                <a:ahLst/>
                <a:cxnLst/>
                <a:rect l="l" t="t" r="r" b="b"/>
                <a:pathLst>
                  <a:path w="21214" h="40988" extrusionOk="0">
                    <a:moveTo>
                      <a:pt x="21075" y="1"/>
                    </a:moveTo>
                    <a:lnTo>
                      <a:pt x="0" y="40916"/>
                    </a:lnTo>
                    <a:lnTo>
                      <a:pt x="140" y="40988"/>
                    </a:lnTo>
                    <a:lnTo>
                      <a:pt x="21214" y="72"/>
                    </a:lnTo>
                    <a:lnTo>
                      <a:pt x="2107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3773025" y="2394250"/>
                <a:ext cx="41522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6609" h="3636" extrusionOk="0">
                    <a:moveTo>
                      <a:pt x="33" y="0"/>
                    </a:moveTo>
                    <a:lnTo>
                      <a:pt x="1" y="153"/>
                    </a:lnTo>
                    <a:lnTo>
                      <a:pt x="16577" y="3635"/>
                    </a:lnTo>
                    <a:lnTo>
                      <a:pt x="16608" y="348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3"/>
              <p:cNvSpPr/>
              <p:nvPr/>
            </p:nvSpPr>
            <p:spPr>
              <a:xfrm>
                <a:off x="4186425" y="2482100"/>
                <a:ext cx="173650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12220" extrusionOk="0">
                    <a:moveTo>
                      <a:pt x="137" y="0"/>
                    </a:moveTo>
                    <a:lnTo>
                      <a:pt x="0" y="76"/>
                    </a:lnTo>
                    <a:lnTo>
                      <a:pt x="6809" y="12220"/>
                    </a:lnTo>
                    <a:lnTo>
                      <a:pt x="6945" y="1214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3659400" y="2344150"/>
                <a:ext cx="927375" cy="1162975"/>
              </a:xfrm>
              <a:custGeom>
                <a:avLst/>
                <a:gdLst/>
                <a:ahLst/>
                <a:cxnLst/>
                <a:rect l="l" t="t" r="r" b="b"/>
                <a:pathLst>
                  <a:path w="37095" h="46519" extrusionOk="0">
                    <a:moveTo>
                      <a:pt x="36973" y="1"/>
                    </a:moveTo>
                    <a:lnTo>
                      <a:pt x="0" y="46421"/>
                    </a:lnTo>
                    <a:lnTo>
                      <a:pt x="123" y="46518"/>
                    </a:lnTo>
                    <a:lnTo>
                      <a:pt x="37095" y="99"/>
                    </a:lnTo>
                    <a:lnTo>
                      <a:pt x="3697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3659575" y="2787825"/>
                <a:ext cx="700625" cy="719450"/>
              </a:xfrm>
              <a:custGeom>
                <a:avLst/>
                <a:gdLst/>
                <a:ahLst/>
                <a:cxnLst/>
                <a:rect l="l" t="t" r="r" b="b"/>
                <a:pathLst>
                  <a:path w="28025" h="28778" extrusionOk="0">
                    <a:moveTo>
                      <a:pt x="27913" y="0"/>
                    </a:moveTo>
                    <a:lnTo>
                      <a:pt x="1" y="28668"/>
                    </a:lnTo>
                    <a:lnTo>
                      <a:pt x="113" y="28777"/>
                    </a:lnTo>
                    <a:lnTo>
                      <a:pt x="28025" y="110"/>
                    </a:lnTo>
                    <a:lnTo>
                      <a:pt x="279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6" name="Google Shape;416;p13"/>
          <p:cNvGrpSpPr/>
          <p:nvPr/>
        </p:nvGrpSpPr>
        <p:grpSpPr>
          <a:xfrm>
            <a:off x="-1619656" y="-34938"/>
            <a:ext cx="11541230" cy="5178450"/>
            <a:chOff x="-1619656" y="-34938"/>
            <a:chExt cx="11541230" cy="5178450"/>
          </a:xfrm>
        </p:grpSpPr>
        <p:sp>
          <p:nvSpPr>
            <p:cNvPr id="417" name="Google Shape;417;p13"/>
            <p:cNvSpPr/>
            <p:nvPr/>
          </p:nvSpPr>
          <p:spPr>
            <a:xfrm>
              <a:off x="2183369" y="-34938"/>
              <a:ext cx="72819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18" name="Google Shape;418;p13"/>
            <p:cNvCxnSpPr/>
            <p:nvPr/>
          </p:nvCxnSpPr>
          <p:spPr>
            <a:xfrm>
              <a:off x="2424875" y="144762"/>
              <a:ext cx="7496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" name="Google Shape;419;p13"/>
            <p:cNvSpPr/>
            <p:nvPr/>
          </p:nvSpPr>
          <p:spPr>
            <a:xfrm flipH="1">
              <a:off x="-1163350" y="4784112"/>
              <a:ext cx="72819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20" name="Google Shape;420;p13"/>
            <p:cNvCxnSpPr/>
            <p:nvPr/>
          </p:nvCxnSpPr>
          <p:spPr>
            <a:xfrm rot="10800000">
              <a:off x="-1619656" y="4963812"/>
              <a:ext cx="7496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1" name="Google Shape;421;p13"/>
          <p:cNvGrpSpPr/>
          <p:nvPr/>
        </p:nvGrpSpPr>
        <p:grpSpPr>
          <a:xfrm>
            <a:off x="8603889" y="624183"/>
            <a:ext cx="461700" cy="795535"/>
            <a:chOff x="8603889" y="624183"/>
            <a:chExt cx="461700" cy="795535"/>
          </a:xfrm>
        </p:grpSpPr>
        <p:sp>
          <p:nvSpPr>
            <p:cNvPr id="422" name="Google Shape;422;p13"/>
            <p:cNvSpPr/>
            <p:nvPr/>
          </p:nvSpPr>
          <p:spPr>
            <a:xfrm rot="-5400000">
              <a:off x="8603889" y="958018"/>
              <a:ext cx="461700" cy="461700"/>
            </a:xfrm>
            <a:prstGeom prst="ellipse">
              <a:avLst/>
            </a:prstGeom>
            <a:solidFill>
              <a:srgbClr val="4C8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 rot="-5400000">
              <a:off x="8603889" y="624183"/>
              <a:ext cx="461700" cy="461700"/>
            </a:xfrm>
            <a:prstGeom prst="ellipse">
              <a:avLst/>
            </a:prstGeom>
            <a:solidFill>
              <a:srgbClr val="D5DEF3">
                <a:alpha val="52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 txBox="1">
            <a:spLocks noGrp="1"/>
          </p:cNvSpPr>
          <p:nvPr>
            <p:ph type="title" hasCustomPrompt="1"/>
          </p:nvPr>
        </p:nvSpPr>
        <p:spPr>
          <a:xfrm>
            <a:off x="798388" y="2811313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6" name="Google Shape;426;p14"/>
          <p:cNvSpPr txBox="1">
            <a:spLocks noGrp="1"/>
          </p:cNvSpPr>
          <p:nvPr>
            <p:ph type="subTitle" idx="1"/>
          </p:nvPr>
        </p:nvSpPr>
        <p:spPr>
          <a:xfrm>
            <a:off x="798400" y="3722628"/>
            <a:ext cx="3492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4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100327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8" name="Google Shape;428;p14"/>
          <p:cNvSpPr txBox="1">
            <a:spLocks noGrp="1"/>
          </p:cNvSpPr>
          <p:nvPr>
            <p:ph type="subTitle" idx="3"/>
          </p:nvPr>
        </p:nvSpPr>
        <p:spPr>
          <a:xfrm>
            <a:off x="2825700" y="2011647"/>
            <a:ext cx="34926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14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811313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0" name="Google Shape;430;p14"/>
          <p:cNvSpPr txBox="1">
            <a:spLocks noGrp="1"/>
          </p:cNvSpPr>
          <p:nvPr>
            <p:ph type="subTitle" idx="5"/>
          </p:nvPr>
        </p:nvSpPr>
        <p:spPr>
          <a:xfrm>
            <a:off x="4853025" y="3722628"/>
            <a:ext cx="3492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1" name="Google Shape;431;p14"/>
          <p:cNvGrpSpPr/>
          <p:nvPr/>
        </p:nvGrpSpPr>
        <p:grpSpPr>
          <a:xfrm>
            <a:off x="-265702" y="4791526"/>
            <a:ext cx="9731100" cy="359400"/>
            <a:chOff x="-265702" y="4791526"/>
            <a:chExt cx="9731100" cy="359400"/>
          </a:xfrm>
        </p:grpSpPr>
        <p:sp>
          <p:nvSpPr>
            <p:cNvPr id="432" name="Google Shape;432;p14"/>
            <p:cNvSpPr/>
            <p:nvPr/>
          </p:nvSpPr>
          <p:spPr>
            <a:xfrm>
              <a:off x="-265702" y="4791526"/>
              <a:ext cx="973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33" name="Google Shape;433;p14"/>
            <p:cNvCxnSpPr/>
            <p:nvPr/>
          </p:nvCxnSpPr>
          <p:spPr>
            <a:xfrm>
              <a:off x="-217200" y="4960875"/>
              <a:ext cx="944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4" name="Google Shape;434;p14"/>
          <p:cNvGrpSpPr/>
          <p:nvPr/>
        </p:nvGrpSpPr>
        <p:grpSpPr>
          <a:xfrm>
            <a:off x="103988" y="188962"/>
            <a:ext cx="8899848" cy="441300"/>
            <a:chOff x="103988" y="188962"/>
            <a:chExt cx="8899848" cy="441300"/>
          </a:xfrm>
        </p:grpSpPr>
        <p:grpSp>
          <p:nvGrpSpPr>
            <p:cNvPr id="435" name="Google Shape;435;p14"/>
            <p:cNvGrpSpPr/>
            <p:nvPr/>
          </p:nvGrpSpPr>
          <p:grpSpPr>
            <a:xfrm>
              <a:off x="8083813" y="188962"/>
              <a:ext cx="920023" cy="441300"/>
              <a:chOff x="8083813" y="188962"/>
              <a:chExt cx="920023" cy="441300"/>
            </a:xfrm>
          </p:grpSpPr>
          <p:sp>
            <p:nvSpPr>
              <p:cNvPr id="436" name="Google Shape;436;p14"/>
              <p:cNvSpPr/>
              <p:nvPr/>
            </p:nvSpPr>
            <p:spPr>
              <a:xfrm flipH="1">
                <a:off x="8338839" y="188962"/>
                <a:ext cx="441300" cy="441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7" name="Google Shape;437;p14"/>
              <p:cNvSpPr/>
              <p:nvPr/>
            </p:nvSpPr>
            <p:spPr>
              <a:xfrm flipH="1">
                <a:off x="8083813" y="188962"/>
                <a:ext cx="441300" cy="441300"/>
              </a:xfrm>
              <a:prstGeom prst="ellipse">
                <a:avLst/>
              </a:prstGeom>
              <a:solidFill>
                <a:srgbClr val="D5DEF3">
                  <a:alpha val="38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8" name="Google Shape;438;p14"/>
              <p:cNvSpPr/>
              <p:nvPr/>
            </p:nvSpPr>
            <p:spPr>
              <a:xfrm flipH="1">
                <a:off x="8562537" y="188962"/>
                <a:ext cx="441300" cy="441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39" name="Google Shape;439;p14"/>
            <p:cNvGrpSpPr/>
            <p:nvPr/>
          </p:nvGrpSpPr>
          <p:grpSpPr>
            <a:xfrm>
              <a:off x="103988" y="188962"/>
              <a:ext cx="920023" cy="441300"/>
              <a:chOff x="103988" y="188962"/>
              <a:chExt cx="920023" cy="441300"/>
            </a:xfrm>
          </p:grpSpPr>
          <p:sp>
            <p:nvSpPr>
              <p:cNvPr id="440" name="Google Shape;440;p14"/>
              <p:cNvSpPr/>
              <p:nvPr/>
            </p:nvSpPr>
            <p:spPr>
              <a:xfrm flipH="1">
                <a:off x="359014" y="188962"/>
                <a:ext cx="441300" cy="441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1" name="Google Shape;441;p14"/>
              <p:cNvSpPr/>
              <p:nvPr/>
            </p:nvSpPr>
            <p:spPr>
              <a:xfrm flipH="1">
                <a:off x="103988" y="188962"/>
                <a:ext cx="441300" cy="441300"/>
              </a:xfrm>
              <a:prstGeom prst="ellipse">
                <a:avLst/>
              </a:prstGeom>
              <a:solidFill>
                <a:srgbClr val="D5DEF3">
                  <a:alpha val="381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2" name="Google Shape;442;p14"/>
              <p:cNvSpPr/>
              <p:nvPr/>
            </p:nvSpPr>
            <p:spPr>
              <a:xfrm flipH="1">
                <a:off x="582712" y="188962"/>
                <a:ext cx="441300" cy="441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443" name="Google Shape;443;p14"/>
          <p:cNvGrpSpPr/>
          <p:nvPr/>
        </p:nvGrpSpPr>
        <p:grpSpPr>
          <a:xfrm>
            <a:off x="146494" y="75845"/>
            <a:ext cx="8851297" cy="4473500"/>
            <a:chOff x="146494" y="75845"/>
            <a:chExt cx="8851297" cy="4473500"/>
          </a:xfrm>
        </p:grpSpPr>
        <p:sp>
          <p:nvSpPr>
            <p:cNvPr id="444" name="Google Shape;444;p14"/>
            <p:cNvSpPr/>
            <p:nvPr/>
          </p:nvSpPr>
          <p:spPr>
            <a:xfrm>
              <a:off x="8588292" y="4139845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146494" y="4139845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4237325" y="75845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3123900" cy="10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15"/>
          <p:cNvSpPr txBox="1">
            <a:spLocks noGrp="1"/>
          </p:cNvSpPr>
          <p:nvPr>
            <p:ph type="subTitle" idx="1"/>
          </p:nvPr>
        </p:nvSpPr>
        <p:spPr>
          <a:xfrm>
            <a:off x="720000" y="1554757"/>
            <a:ext cx="31239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15"/>
          <p:cNvSpPr>
            <a:spLocks noGrp="1"/>
          </p:cNvSpPr>
          <p:nvPr>
            <p:ph type="pic" idx="2"/>
          </p:nvPr>
        </p:nvSpPr>
        <p:spPr>
          <a:xfrm>
            <a:off x="6212050" y="535000"/>
            <a:ext cx="2216700" cy="4104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5"/>
          <p:cNvSpPr>
            <a:spLocks noGrp="1"/>
          </p:cNvSpPr>
          <p:nvPr>
            <p:ph type="pic" idx="3"/>
          </p:nvPr>
        </p:nvSpPr>
        <p:spPr>
          <a:xfrm>
            <a:off x="715100" y="2701800"/>
            <a:ext cx="2541000" cy="193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15"/>
          <p:cNvSpPr>
            <a:spLocks noGrp="1"/>
          </p:cNvSpPr>
          <p:nvPr>
            <p:ph type="pic" idx="4"/>
          </p:nvPr>
        </p:nvSpPr>
        <p:spPr>
          <a:xfrm>
            <a:off x="3346050" y="2701775"/>
            <a:ext cx="2776200" cy="1937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5"/>
          <p:cNvSpPr>
            <a:spLocks noGrp="1"/>
          </p:cNvSpPr>
          <p:nvPr>
            <p:ph type="pic" idx="5"/>
          </p:nvPr>
        </p:nvSpPr>
        <p:spPr>
          <a:xfrm>
            <a:off x="4386900" y="535000"/>
            <a:ext cx="1735200" cy="2064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54" name="Google Shape;454;p15"/>
          <p:cNvGrpSpPr/>
          <p:nvPr/>
        </p:nvGrpSpPr>
        <p:grpSpPr>
          <a:xfrm>
            <a:off x="-476250" y="-101125"/>
            <a:ext cx="9926400" cy="5509200"/>
            <a:chOff x="-476250" y="-101125"/>
            <a:chExt cx="9926400" cy="5509200"/>
          </a:xfrm>
        </p:grpSpPr>
        <p:cxnSp>
          <p:nvCxnSpPr>
            <p:cNvPr id="455" name="Google Shape;455;p15"/>
            <p:cNvCxnSpPr/>
            <p:nvPr/>
          </p:nvCxnSpPr>
          <p:spPr>
            <a:xfrm>
              <a:off x="-476250" y="4958675"/>
              <a:ext cx="9926400" cy="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15"/>
            <p:cNvCxnSpPr/>
            <p:nvPr/>
          </p:nvCxnSpPr>
          <p:spPr>
            <a:xfrm>
              <a:off x="8819425" y="-101125"/>
              <a:ext cx="0" cy="55092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7" name="Google Shape;457;p15"/>
          <p:cNvGrpSpPr/>
          <p:nvPr/>
        </p:nvGrpSpPr>
        <p:grpSpPr>
          <a:xfrm>
            <a:off x="40088" y="161311"/>
            <a:ext cx="1350000" cy="359400"/>
            <a:chOff x="263663" y="4719884"/>
            <a:chExt cx="1350000" cy="359400"/>
          </a:xfrm>
        </p:grpSpPr>
        <p:sp>
          <p:nvSpPr>
            <p:cNvPr id="458" name="Google Shape;458;p15"/>
            <p:cNvSpPr/>
            <p:nvPr/>
          </p:nvSpPr>
          <p:spPr>
            <a:xfrm>
              <a:off x="2636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7589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12542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"/>
          <p:cNvSpPr txBox="1">
            <a:spLocks noGrp="1"/>
          </p:cNvSpPr>
          <p:nvPr>
            <p:ph type="title"/>
          </p:nvPr>
        </p:nvSpPr>
        <p:spPr>
          <a:xfrm>
            <a:off x="995125" y="941775"/>
            <a:ext cx="3123900" cy="202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16"/>
          <p:cNvSpPr txBox="1">
            <a:spLocks noGrp="1"/>
          </p:cNvSpPr>
          <p:nvPr>
            <p:ph type="subTitle" idx="1"/>
          </p:nvPr>
        </p:nvSpPr>
        <p:spPr>
          <a:xfrm>
            <a:off x="995125" y="3026125"/>
            <a:ext cx="3123900" cy="12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6"/>
          <p:cNvSpPr>
            <a:spLocks noGrp="1"/>
          </p:cNvSpPr>
          <p:nvPr>
            <p:ph type="pic" idx="2"/>
          </p:nvPr>
        </p:nvSpPr>
        <p:spPr>
          <a:xfrm>
            <a:off x="5295842" y="808900"/>
            <a:ext cx="2894700" cy="3503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65" name="Google Shape;465;p16"/>
          <p:cNvGrpSpPr/>
          <p:nvPr/>
        </p:nvGrpSpPr>
        <p:grpSpPr>
          <a:xfrm>
            <a:off x="178088" y="4655112"/>
            <a:ext cx="920023" cy="441300"/>
            <a:chOff x="103988" y="188962"/>
            <a:chExt cx="920023" cy="441300"/>
          </a:xfrm>
        </p:grpSpPr>
        <p:sp>
          <p:nvSpPr>
            <p:cNvPr id="466" name="Google Shape;466;p16"/>
            <p:cNvSpPr/>
            <p:nvPr/>
          </p:nvSpPr>
          <p:spPr>
            <a:xfrm flipH="1">
              <a:off x="359014" y="188962"/>
              <a:ext cx="441300" cy="441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 flipH="1">
              <a:off x="103988" y="188962"/>
              <a:ext cx="441300" cy="441300"/>
            </a:xfrm>
            <a:prstGeom prst="ellipse">
              <a:avLst/>
            </a:prstGeom>
            <a:solidFill>
              <a:srgbClr val="D5DEF3">
                <a:alpha val="38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 flipH="1">
              <a:off x="582712" y="188962"/>
              <a:ext cx="441300" cy="441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69" name="Google Shape;469;p16"/>
          <p:cNvGrpSpPr/>
          <p:nvPr/>
        </p:nvGrpSpPr>
        <p:grpSpPr>
          <a:xfrm>
            <a:off x="152388" y="8911"/>
            <a:ext cx="8839200" cy="5079275"/>
            <a:chOff x="152388" y="8911"/>
            <a:chExt cx="8839200" cy="5079275"/>
          </a:xfrm>
        </p:grpSpPr>
        <p:grpSp>
          <p:nvGrpSpPr>
            <p:cNvPr id="470" name="Google Shape;470;p16"/>
            <p:cNvGrpSpPr/>
            <p:nvPr/>
          </p:nvGrpSpPr>
          <p:grpSpPr>
            <a:xfrm flipH="1">
              <a:off x="7641588" y="4728786"/>
              <a:ext cx="1350000" cy="359400"/>
              <a:chOff x="263663" y="4719884"/>
              <a:chExt cx="1350000" cy="359400"/>
            </a:xfrm>
          </p:grpSpPr>
          <p:sp>
            <p:nvSpPr>
              <p:cNvPr id="471" name="Google Shape;471;p16"/>
              <p:cNvSpPr/>
              <p:nvPr/>
            </p:nvSpPr>
            <p:spPr>
              <a:xfrm>
                <a:off x="2636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2" name="Google Shape;472;p16"/>
              <p:cNvSpPr/>
              <p:nvPr/>
            </p:nvSpPr>
            <p:spPr>
              <a:xfrm>
                <a:off x="7589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12542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74" name="Google Shape;474;p16"/>
            <p:cNvGrpSpPr/>
            <p:nvPr/>
          </p:nvGrpSpPr>
          <p:grpSpPr>
            <a:xfrm flipH="1">
              <a:off x="152388" y="8911"/>
              <a:ext cx="1350000" cy="359400"/>
              <a:chOff x="263663" y="4719884"/>
              <a:chExt cx="1350000" cy="359400"/>
            </a:xfrm>
          </p:grpSpPr>
          <p:sp>
            <p:nvSpPr>
              <p:cNvPr id="475" name="Google Shape;475;p16"/>
              <p:cNvSpPr/>
              <p:nvPr/>
            </p:nvSpPr>
            <p:spPr>
              <a:xfrm>
                <a:off x="2636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7589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254263" y="4719884"/>
                <a:ext cx="359400" cy="3594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rgbClr val="4C86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80" name="Google Shape;480;p17"/>
          <p:cNvGrpSpPr/>
          <p:nvPr/>
        </p:nvGrpSpPr>
        <p:grpSpPr>
          <a:xfrm>
            <a:off x="-266752" y="-108900"/>
            <a:ext cx="10017900" cy="5378000"/>
            <a:chOff x="-266752" y="-108900"/>
            <a:chExt cx="10017900" cy="5378000"/>
          </a:xfrm>
        </p:grpSpPr>
        <p:sp>
          <p:nvSpPr>
            <p:cNvPr id="481" name="Google Shape;481;p17"/>
            <p:cNvSpPr/>
            <p:nvPr/>
          </p:nvSpPr>
          <p:spPr>
            <a:xfrm>
              <a:off x="-92425" y="4861875"/>
              <a:ext cx="23211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 rot="-5400000">
              <a:off x="6120222" y="2408750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83" name="Google Shape;483;p17"/>
            <p:cNvCxnSpPr/>
            <p:nvPr/>
          </p:nvCxnSpPr>
          <p:spPr>
            <a:xfrm rot="10800000">
              <a:off x="-266752" y="5041575"/>
              <a:ext cx="10017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17"/>
            <p:cNvCxnSpPr/>
            <p:nvPr/>
          </p:nvCxnSpPr>
          <p:spPr>
            <a:xfrm rot="10800000">
              <a:off x="8814347" y="-10890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5" name="Google Shape;485;p17"/>
          <p:cNvGrpSpPr/>
          <p:nvPr/>
        </p:nvGrpSpPr>
        <p:grpSpPr>
          <a:xfrm rot="-7307421">
            <a:off x="230993" y="336838"/>
            <a:ext cx="968220" cy="789065"/>
            <a:chOff x="4706100" y="2646700"/>
            <a:chExt cx="826025" cy="673200"/>
          </a:xfrm>
        </p:grpSpPr>
        <p:sp>
          <p:nvSpPr>
            <p:cNvPr id="486" name="Google Shape;486;p17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98" name="Google Shape;498;p18"/>
          <p:cNvGrpSpPr/>
          <p:nvPr/>
        </p:nvGrpSpPr>
        <p:grpSpPr>
          <a:xfrm>
            <a:off x="-266725" y="4861875"/>
            <a:ext cx="10192200" cy="359400"/>
            <a:chOff x="-266725" y="4861875"/>
            <a:chExt cx="10192200" cy="359400"/>
          </a:xfrm>
        </p:grpSpPr>
        <p:sp>
          <p:nvSpPr>
            <p:cNvPr id="499" name="Google Shape;499;p18"/>
            <p:cNvSpPr/>
            <p:nvPr/>
          </p:nvSpPr>
          <p:spPr>
            <a:xfrm>
              <a:off x="-92425" y="4861875"/>
              <a:ext cx="100179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00" name="Google Shape;500;p18"/>
            <p:cNvCxnSpPr>
              <a:stCxn id="499" idx="3"/>
            </p:cNvCxnSpPr>
            <p:nvPr/>
          </p:nvCxnSpPr>
          <p:spPr>
            <a:xfrm rot="10800000">
              <a:off x="-266725" y="5041575"/>
              <a:ext cx="10192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1" name="Google Shape;501;p18"/>
          <p:cNvGrpSpPr/>
          <p:nvPr/>
        </p:nvGrpSpPr>
        <p:grpSpPr>
          <a:xfrm>
            <a:off x="144789" y="137233"/>
            <a:ext cx="8920800" cy="795535"/>
            <a:chOff x="144789" y="137233"/>
            <a:chExt cx="8920800" cy="795535"/>
          </a:xfrm>
        </p:grpSpPr>
        <p:grpSp>
          <p:nvGrpSpPr>
            <p:cNvPr id="502" name="Google Shape;502;p18"/>
            <p:cNvGrpSpPr/>
            <p:nvPr/>
          </p:nvGrpSpPr>
          <p:grpSpPr>
            <a:xfrm>
              <a:off x="8603889" y="137233"/>
              <a:ext cx="461700" cy="795535"/>
              <a:chOff x="8603889" y="624183"/>
              <a:chExt cx="461700" cy="795535"/>
            </a:xfrm>
          </p:grpSpPr>
          <p:sp>
            <p:nvSpPr>
              <p:cNvPr id="503" name="Google Shape;503;p18"/>
              <p:cNvSpPr/>
              <p:nvPr/>
            </p:nvSpPr>
            <p:spPr>
              <a:xfrm rot="-5400000">
                <a:off x="8603889" y="958018"/>
                <a:ext cx="461700" cy="461700"/>
              </a:xfrm>
              <a:prstGeom prst="ellipse">
                <a:avLst/>
              </a:prstGeom>
              <a:solidFill>
                <a:srgbClr val="4C86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4" name="Google Shape;504;p18"/>
              <p:cNvSpPr/>
              <p:nvPr/>
            </p:nvSpPr>
            <p:spPr>
              <a:xfrm rot="-5400000">
                <a:off x="8603889" y="624183"/>
                <a:ext cx="461700" cy="461700"/>
              </a:xfrm>
              <a:prstGeom prst="ellipse">
                <a:avLst/>
              </a:prstGeom>
              <a:solidFill>
                <a:srgbClr val="D5DEF3">
                  <a:alpha val="52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05" name="Google Shape;505;p18"/>
            <p:cNvGrpSpPr/>
            <p:nvPr/>
          </p:nvGrpSpPr>
          <p:grpSpPr>
            <a:xfrm>
              <a:off x="144789" y="137233"/>
              <a:ext cx="461700" cy="795535"/>
              <a:chOff x="8603889" y="624183"/>
              <a:chExt cx="461700" cy="795535"/>
            </a:xfrm>
          </p:grpSpPr>
          <p:sp>
            <p:nvSpPr>
              <p:cNvPr id="506" name="Google Shape;506;p18"/>
              <p:cNvSpPr/>
              <p:nvPr/>
            </p:nvSpPr>
            <p:spPr>
              <a:xfrm rot="-5400000">
                <a:off x="8603889" y="958018"/>
                <a:ext cx="461700" cy="461700"/>
              </a:xfrm>
              <a:prstGeom prst="ellipse">
                <a:avLst/>
              </a:prstGeom>
              <a:solidFill>
                <a:srgbClr val="4C86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7" name="Google Shape;507;p18"/>
              <p:cNvSpPr/>
              <p:nvPr/>
            </p:nvSpPr>
            <p:spPr>
              <a:xfrm rot="-5400000">
                <a:off x="8603889" y="624183"/>
                <a:ext cx="461700" cy="461700"/>
              </a:xfrm>
              <a:prstGeom prst="ellipse">
                <a:avLst/>
              </a:prstGeom>
              <a:solidFill>
                <a:srgbClr val="D5DEF3">
                  <a:alpha val="52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10" name="Google Shape;510;p19"/>
          <p:cNvGrpSpPr/>
          <p:nvPr/>
        </p:nvGrpSpPr>
        <p:grpSpPr>
          <a:xfrm>
            <a:off x="159947" y="-165272"/>
            <a:ext cx="359400" cy="5378000"/>
            <a:chOff x="159947" y="0"/>
            <a:chExt cx="359400" cy="5378000"/>
          </a:xfrm>
        </p:grpSpPr>
        <p:sp>
          <p:nvSpPr>
            <p:cNvPr id="511" name="Google Shape;511;p19"/>
            <p:cNvSpPr/>
            <p:nvPr/>
          </p:nvSpPr>
          <p:spPr>
            <a:xfrm rot="-5400000">
              <a:off x="-2341003" y="2517650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12" name="Google Shape;512;p19"/>
            <p:cNvCxnSpPr/>
            <p:nvPr/>
          </p:nvCxnSpPr>
          <p:spPr>
            <a:xfrm rot="10800000">
              <a:off x="353122" y="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3" name="Google Shape;513;p19"/>
          <p:cNvGrpSpPr/>
          <p:nvPr/>
        </p:nvGrpSpPr>
        <p:grpSpPr>
          <a:xfrm flipH="1">
            <a:off x="7641588" y="4728786"/>
            <a:ext cx="1350000" cy="359400"/>
            <a:chOff x="263663" y="4719884"/>
            <a:chExt cx="1350000" cy="359400"/>
          </a:xfrm>
        </p:grpSpPr>
        <p:sp>
          <p:nvSpPr>
            <p:cNvPr id="514" name="Google Shape;514;p19"/>
            <p:cNvSpPr/>
            <p:nvPr/>
          </p:nvSpPr>
          <p:spPr>
            <a:xfrm>
              <a:off x="2636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7589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12542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20"/>
          <p:cNvSpPr txBox="1">
            <a:spLocks noGrp="1"/>
          </p:cNvSpPr>
          <p:nvPr>
            <p:ph type="subTitle" idx="1"/>
          </p:nvPr>
        </p:nvSpPr>
        <p:spPr>
          <a:xfrm>
            <a:off x="715100" y="107405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0" name="Google Shape;520;p20"/>
          <p:cNvSpPr txBox="1">
            <a:spLocks noGrp="1"/>
          </p:cNvSpPr>
          <p:nvPr>
            <p:ph type="subTitle" idx="2"/>
          </p:nvPr>
        </p:nvSpPr>
        <p:spPr>
          <a:xfrm>
            <a:off x="715100" y="2071550"/>
            <a:ext cx="77040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1" name="Google Shape;521;p20"/>
          <p:cNvSpPr txBox="1">
            <a:spLocks noGrp="1"/>
          </p:cNvSpPr>
          <p:nvPr>
            <p:ph type="subTitle" idx="3"/>
          </p:nvPr>
        </p:nvSpPr>
        <p:spPr>
          <a:xfrm>
            <a:off x="715100" y="354766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22" name="Google Shape;522;p20"/>
          <p:cNvGrpSpPr/>
          <p:nvPr/>
        </p:nvGrpSpPr>
        <p:grpSpPr>
          <a:xfrm>
            <a:off x="8648372" y="-171747"/>
            <a:ext cx="359400" cy="5361300"/>
            <a:chOff x="8495972" y="-14599"/>
            <a:chExt cx="359400" cy="5361300"/>
          </a:xfrm>
        </p:grpSpPr>
        <p:sp>
          <p:nvSpPr>
            <p:cNvPr id="523" name="Google Shape;523;p20"/>
            <p:cNvSpPr/>
            <p:nvPr/>
          </p:nvSpPr>
          <p:spPr>
            <a:xfrm rot="-5400000">
              <a:off x="5995022" y="2486351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24" name="Google Shape;524;p20"/>
            <p:cNvCxnSpPr/>
            <p:nvPr/>
          </p:nvCxnSpPr>
          <p:spPr>
            <a:xfrm rot="10800000">
              <a:off x="8689147" y="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5" name="Google Shape;525;p20"/>
          <p:cNvGrpSpPr/>
          <p:nvPr/>
        </p:nvGrpSpPr>
        <p:grpSpPr>
          <a:xfrm flipH="1">
            <a:off x="40088" y="4728786"/>
            <a:ext cx="1350000" cy="359400"/>
            <a:chOff x="263663" y="4719884"/>
            <a:chExt cx="1350000" cy="359400"/>
          </a:xfrm>
        </p:grpSpPr>
        <p:sp>
          <p:nvSpPr>
            <p:cNvPr id="526" name="Google Shape;526;p20"/>
            <p:cNvSpPr/>
            <p:nvPr/>
          </p:nvSpPr>
          <p:spPr>
            <a:xfrm>
              <a:off x="2636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7589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12542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21"/>
          <p:cNvSpPr txBox="1">
            <a:spLocks noGrp="1"/>
          </p:cNvSpPr>
          <p:nvPr>
            <p:ph type="subTitle" idx="1"/>
          </p:nvPr>
        </p:nvSpPr>
        <p:spPr>
          <a:xfrm>
            <a:off x="1217414" y="2427425"/>
            <a:ext cx="21135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21"/>
          <p:cNvSpPr txBox="1">
            <a:spLocks noGrp="1"/>
          </p:cNvSpPr>
          <p:nvPr>
            <p:ph type="subTitle" idx="2"/>
          </p:nvPr>
        </p:nvSpPr>
        <p:spPr>
          <a:xfrm>
            <a:off x="3568044" y="2427423"/>
            <a:ext cx="20079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1"/>
          <p:cNvSpPr txBox="1">
            <a:spLocks noGrp="1"/>
          </p:cNvSpPr>
          <p:nvPr>
            <p:ph type="subTitle" idx="3"/>
          </p:nvPr>
        </p:nvSpPr>
        <p:spPr>
          <a:xfrm>
            <a:off x="5918681" y="2427423"/>
            <a:ext cx="20079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21"/>
          <p:cNvSpPr txBox="1">
            <a:spLocks noGrp="1"/>
          </p:cNvSpPr>
          <p:nvPr>
            <p:ph type="subTitle" idx="4"/>
          </p:nvPr>
        </p:nvSpPr>
        <p:spPr>
          <a:xfrm>
            <a:off x="1217414" y="1528126"/>
            <a:ext cx="2007900" cy="8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5" name="Google Shape;535;p21"/>
          <p:cNvSpPr txBox="1">
            <a:spLocks noGrp="1"/>
          </p:cNvSpPr>
          <p:nvPr>
            <p:ph type="subTitle" idx="5"/>
          </p:nvPr>
        </p:nvSpPr>
        <p:spPr>
          <a:xfrm>
            <a:off x="3568050" y="1528126"/>
            <a:ext cx="2007900" cy="8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6" name="Google Shape;536;p21"/>
          <p:cNvSpPr txBox="1">
            <a:spLocks noGrp="1"/>
          </p:cNvSpPr>
          <p:nvPr>
            <p:ph type="subTitle" idx="6"/>
          </p:nvPr>
        </p:nvSpPr>
        <p:spPr>
          <a:xfrm>
            <a:off x="5918686" y="1528125"/>
            <a:ext cx="2007900" cy="8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37" name="Google Shape;537;p21"/>
          <p:cNvGrpSpPr/>
          <p:nvPr/>
        </p:nvGrpSpPr>
        <p:grpSpPr>
          <a:xfrm rot="-9000074">
            <a:off x="-48088" y="-449641"/>
            <a:ext cx="1033608" cy="1295769"/>
            <a:chOff x="3658975" y="2344150"/>
            <a:chExt cx="927800" cy="1163125"/>
          </a:xfrm>
        </p:grpSpPr>
        <p:sp>
          <p:nvSpPr>
            <p:cNvPr id="538" name="Google Shape;538;p21"/>
            <p:cNvSpPr/>
            <p:nvPr/>
          </p:nvSpPr>
          <p:spPr>
            <a:xfrm>
              <a:off x="3658975" y="2395775"/>
              <a:ext cx="116475" cy="1110350"/>
            </a:xfrm>
            <a:custGeom>
              <a:avLst/>
              <a:gdLst/>
              <a:ahLst/>
              <a:cxnLst/>
              <a:rect l="l" t="t" r="r" b="b"/>
              <a:pathLst>
                <a:path w="4659" h="44414" extrusionOk="0">
                  <a:moveTo>
                    <a:pt x="4503" y="1"/>
                  </a:moveTo>
                  <a:lnTo>
                    <a:pt x="1" y="44398"/>
                  </a:lnTo>
                  <a:lnTo>
                    <a:pt x="156" y="44413"/>
                  </a:lnTo>
                  <a:lnTo>
                    <a:pt x="4659" y="1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3772025" y="2394925"/>
              <a:ext cx="739500" cy="1026825"/>
            </a:xfrm>
            <a:custGeom>
              <a:avLst/>
              <a:gdLst/>
              <a:ahLst/>
              <a:cxnLst/>
              <a:rect l="l" t="t" r="r" b="b"/>
              <a:pathLst>
                <a:path w="29580" h="41073" extrusionOk="0">
                  <a:moveTo>
                    <a:pt x="128" y="0"/>
                  </a:moveTo>
                  <a:lnTo>
                    <a:pt x="1" y="91"/>
                  </a:lnTo>
                  <a:lnTo>
                    <a:pt x="29452" y="41073"/>
                  </a:lnTo>
                  <a:lnTo>
                    <a:pt x="29579" y="4098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3659275" y="2482275"/>
              <a:ext cx="530350" cy="1024700"/>
            </a:xfrm>
            <a:custGeom>
              <a:avLst/>
              <a:gdLst/>
              <a:ahLst/>
              <a:cxnLst/>
              <a:rect l="l" t="t" r="r" b="b"/>
              <a:pathLst>
                <a:path w="21214" h="40988" extrusionOk="0">
                  <a:moveTo>
                    <a:pt x="21075" y="1"/>
                  </a:moveTo>
                  <a:lnTo>
                    <a:pt x="0" y="40916"/>
                  </a:lnTo>
                  <a:lnTo>
                    <a:pt x="140" y="40988"/>
                  </a:lnTo>
                  <a:lnTo>
                    <a:pt x="21214" y="72"/>
                  </a:lnTo>
                  <a:lnTo>
                    <a:pt x="2107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3773025" y="2394250"/>
              <a:ext cx="415225" cy="90900"/>
            </a:xfrm>
            <a:custGeom>
              <a:avLst/>
              <a:gdLst/>
              <a:ahLst/>
              <a:cxnLst/>
              <a:rect l="l" t="t" r="r" b="b"/>
              <a:pathLst>
                <a:path w="16609" h="3636" extrusionOk="0">
                  <a:moveTo>
                    <a:pt x="33" y="0"/>
                  </a:moveTo>
                  <a:lnTo>
                    <a:pt x="1" y="153"/>
                  </a:lnTo>
                  <a:lnTo>
                    <a:pt x="16577" y="3635"/>
                  </a:lnTo>
                  <a:lnTo>
                    <a:pt x="16608" y="348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4186425" y="2482100"/>
              <a:ext cx="173650" cy="305500"/>
            </a:xfrm>
            <a:custGeom>
              <a:avLst/>
              <a:gdLst/>
              <a:ahLst/>
              <a:cxnLst/>
              <a:rect l="l" t="t" r="r" b="b"/>
              <a:pathLst>
                <a:path w="6946" h="12220" extrusionOk="0">
                  <a:moveTo>
                    <a:pt x="137" y="0"/>
                  </a:moveTo>
                  <a:lnTo>
                    <a:pt x="0" y="76"/>
                  </a:lnTo>
                  <a:lnTo>
                    <a:pt x="6809" y="12220"/>
                  </a:lnTo>
                  <a:lnTo>
                    <a:pt x="6945" y="1214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3659400" y="2344150"/>
              <a:ext cx="927375" cy="1162975"/>
            </a:xfrm>
            <a:custGeom>
              <a:avLst/>
              <a:gdLst/>
              <a:ahLst/>
              <a:cxnLst/>
              <a:rect l="l" t="t" r="r" b="b"/>
              <a:pathLst>
                <a:path w="37095" h="46519" extrusionOk="0">
                  <a:moveTo>
                    <a:pt x="36973" y="1"/>
                  </a:moveTo>
                  <a:lnTo>
                    <a:pt x="0" y="46421"/>
                  </a:lnTo>
                  <a:lnTo>
                    <a:pt x="123" y="46518"/>
                  </a:lnTo>
                  <a:lnTo>
                    <a:pt x="37095" y="99"/>
                  </a:lnTo>
                  <a:lnTo>
                    <a:pt x="3697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3659575" y="2787825"/>
              <a:ext cx="700625" cy="719450"/>
            </a:xfrm>
            <a:custGeom>
              <a:avLst/>
              <a:gdLst/>
              <a:ahLst/>
              <a:cxnLst/>
              <a:rect l="l" t="t" r="r" b="b"/>
              <a:pathLst>
                <a:path w="28025" h="28778" extrusionOk="0">
                  <a:moveTo>
                    <a:pt x="27913" y="0"/>
                  </a:moveTo>
                  <a:lnTo>
                    <a:pt x="1" y="28668"/>
                  </a:lnTo>
                  <a:lnTo>
                    <a:pt x="113" y="28777"/>
                  </a:lnTo>
                  <a:lnTo>
                    <a:pt x="28025" y="110"/>
                  </a:lnTo>
                  <a:lnTo>
                    <a:pt x="2791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21"/>
          <p:cNvGrpSpPr/>
          <p:nvPr/>
        </p:nvGrpSpPr>
        <p:grpSpPr>
          <a:xfrm>
            <a:off x="7901921" y="4607736"/>
            <a:ext cx="795535" cy="461700"/>
            <a:chOff x="7901921" y="4607736"/>
            <a:chExt cx="795535" cy="461700"/>
          </a:xfrm>
        </p:grpSpPr>
        <p:sp>
          <p:nvSpPr>
            <p:cNvPr id="546" name="Google Shape;546;p21"/>
            <p:cNvSpPr/>
            <p:nvPr/>
          </p:nvSpPr>
          <p:spPr>
            <a:xfrm rot="10800000">
              <a:off x="8235756" y="4607736"/>
              <a:ext cx="461700" cy="461700"/>
            </a:xfrm>
            <a:prstGeom prst="ellipse">
              <a:avLst/>
            </a:prstGeom>
            <a:solidFill>
              <a:srgbClr val="4C8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7" name="Google Shape;547;p21"/>
            <p:cNvSpPr/>
            <p:nvPr/>
          </p:nvSpPr>
          <p:spPr>
            <a:xfrm rot="10800000">
              <a:off x="7901921" y="4607736"/>
              <a:ext cx="461700" cy="461700"/>
            </a:xfrm>
            <a:prstGeom prst="ellipse">
              <a:avLst/>
            </a:prstGeom>
            <a:solidFill>
              <a:srgbClr val="D5DEF3">
                <a:alpha val="52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48" name="Google Shape;548;p21"/>
          <p:cNvGrpSpPr/>
          <p:nvPr/>
        </p:nvGrpSpPr>
        <p:grpSpPr>
          <a:xfrm>
            <a:off x="-1163350" y="-34938"/>
            <a:ext cx="10936065" cy="5178450"/>
            <a:chOff x="-1163350" y="-34938"/>
            <a:chExt cx="10936065" cy="5178450"/>
          </a:xfrm>
        </p:grpSpPr>
        <p:grpSp>
          <p:nvGrpSpPr>
            <p:cNvPr id="549" name="Google Shape;549;p21"/>
            <p:cNvGrpSpPr/>
            <p:nvPr/>
          </p:nvGrpSpPr>
          <p:grpSpPr>
            <a:xfrm>
              <a:off x="-1163350" y="4784112"/>
              <a:ext cx="7281900" cy="359400"/>
              <a:chOff x="-1163350" y="4784112"/>
              <a:chExt cx="7281900" cy="359400"/>
            </a:xfrm>
          </p:grpSpPr>
          <p:sp>
            <p:nvSpPr>
              <p:cNvPr id="550" name="Google Shape;550;p21"/>
              <p:cNvSpPr/>
              <p:nvPr/>
            </p:nvSpPr>
            <p:spPr>
              <a:xfrm flipH="1">
                <a:off x="-1163350" y="4784112"/>
                <a:ext cx="7281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551" name="Google Shape;551;p21"/>
              <p:cNvCxnSpPr/>
              <p:nvPr/>
            </p:nvCxnSpPr>
            <p:spPr>
              <a:xfrm rot="10800000">
                <a:off x="-431161" y="4968083"/>
                <a:ext cx="6129300" cy="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2" name="Google Shape;552;p21"/>
            <p:cNvGrpSpPr/>
            <p:nvPr/>
          </p:nvGrpSpPr>
          <p:grpSpPr>
            <a:xfrm>
              <a:off x="2183369" y="-34938"/>
              <a:ext cx="7589345" cy="359400"/>
              <a:chOff x="2183369" y="-34938"/>
              <a:chExt cx="7589345" cy="359400"/>
            </a:xfrm>
          </p:grpSpPr>
          <p:sp>
            <p:nvSpPr>
              <p:cNvPr id="553" name="Google Shape;553;p21"/>
              <p:cNvSpPr/>
              <p:nvPr/>
            </p:nvSpPr>
            <p:spPr>
              <a:xfrm>
                <a:off x="2183369" y="-34938"/>
                <a:ext cx="7281900" cy="359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554" name="Google Shape;554;p21"/>
              <p:cNvCxnSpPr/>
              <p:nvPr/>
            </p:nvCxnSpPr>
            <p:spPr>
              <a:xfrm rot="10800000">
                <a:off x="3643415" y="144458"/>
                <a:ext cx="6129300" cy="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22"/>
          <p:cNvSpPr txBox="1">
            <a:spLocks noGrp="1"/>
          </p:cNvSpPr>
          <p:nvPr>
            <p:ph type="subTitle" idx="1"/>
          </p:nvPr>
        </p:nvSpPr>
        <p:spPr>
          <a:xfrm>
            <a:off x="998613" y="1148900"/>
            <a:ext cx="31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8" name="Google Shape;558;p22"/>
          <p:cNvSpPr txBox="1">
            <a:spLocks noGrp="1"/>
          </p:cNvSpPr>
          <p:nvPr>
            <p:ph type="subTitle" idx="2"/>
          </p:nvPr>
        </p:nvSpPr>
        <p:spPr>
          <a:xfrm>
            <a:off x="998614" y="1674798"/>
            <a:ext cx="31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22"/>
          <p:cNvSpPr txBox="1">
            <a:spLocks noGrp="1"/>
          </p:cNvSpPr>
          <p:nvPr>
            <p:ph type="subTitle" idx="3"/>
          </p:nvPr>
        </p:nvSpPr>
        <p:spPr>
          <a:xfrm>
            <a:off x="5034698" y="1674798"/>
            <a:ext cx="31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22"/>
          <p:cNvSpPr txBox="1">
            <a:spLocks noGrp="1"/>
          </p:cNvSpPr>
          <p:nvPr>
            <p:ph type="subTitle" idx="4"/>
          </p:nvPr>
        </p:nvSpPr>
        <p:spPr>
          <a:xfrm>
            <a:off x="998614" y="3391878"/>
            <a:ext cx="31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2"/>
          <p:cNvSpPr txBox="1">
            <a:spLocks noGrp="1"/>
          </p:cNvSpPr>
          <p:nvPr>
            <p:ph type="subTitle" idx="5"/>
          </p:nvPr>
        </p:nvSpPr>
        <p:spPr>
          <a:xfrm>
            <a:off x="5034698" y="3391878"/>
            <a:ext cx="31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2"/>
          <p:cNvSpPr txBox="1">
            <a:spLocks noGrp="1"/>
          </p:cNvSpPr>
          <p:nvPr>
            <p:ph type="subTitle" idx="6"/>
          </p:nvPr>
        </p:nvSpPr>
        <p:spPr>
          <a:xfrm>
            <a:off x="998613" y="2865980"/>
            <a:ext cx="31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3" name="Google Shape;563;p22"/>
          <p:cNvSpPr txBox="1">
            <a:spLocks noGrp="1"/>
          </p:cNvSpPr>
          <p:nvPr>
            <p:ph type="subTitle" idx="7"/>
          </p:nvPr>
        </p:nvSpPr>
        <p:spPr>
          <a:xfrm>
            <a:off x="5034696" y="1148900"/>
            <a:ext cx="31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4" name="Google Shape;564;p22"/>
          <p:cNvSpPr txBox="1">
            <a:spLocks noGrp="1"/>
          </p:cNvSpPr>
          <p:nvPr>
            <p:ph type="subTitle" idx="8"/>
          </p:nvPr>
        </p:nvSpPr>
        <p:spPr>
          <a:xfrm>
            <a:off x="5034696" y="2865980"/>
            <a:ext cx="31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65" name="Google Shape;565;p22"/>
          <p:cNvGrpSpPr/>
          <p:nvPr/>
        </p:nvGrpSpPr>
        <p:grpSpPr>
          <a:xfrm>
            <a:off x="185748" y="400549"/>
            <a:ext cx="475500" cy="1027715"/>
            <a:chOff x="185748" y="400549"/>
            <a:chExt cx="475500" cy="1027715"/>
          </a:xfrm>
        </p:grpSpPr>
        <p:sp>
          <p:nvSpPr>
            <p:cNvPr id="566" name="Google Shape;566;p22"/>
            <p:cNvSpPr/>
            <p:nvPr/>
          </p:nvSpPr>
          <p:spPr>
            <a:xfrm rot="5400000">
              <a:off x="183948" y="402349"/>
              <a:ext cx="479100" cy="475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 rot="5400000">
              <a:off x="183948" y="679161"/>
              <a:ext cx="479100" cy="475500"/>
            </a:xfrm>
            <a:prstGeom prst="ellipse">
              <a:avLst/>
            </a:prstGeom>
            <a:solidFill>
              <a:srgbClr val="D5DEF3">
                <a:alpha val="38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 rot="5400000">
              <a:off x="183948" y="950964"/>
              <a:ext cx="479100" cy="475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69" name="Google Shape;569;p22"/>
          <p:cNvGrpSpPr/>
          <p:nvPr/>
        </p:nvGrpSpPr>
        <p:grpSpPr>
          <a:xfrm>
            <a:off x="8629975" y="-94825"/>
            <a:ext cx="359400" cy="5363925"/>
            <a:chOff x="8629975" y="-94825"/>
            <a:chExt cx="359400" cy="5363925"/>
          </a:xfrm>
        </p:grpSpPr>
        <p:sp>
          <p:nvSpPr>
            <p:cNvPr id="570" name="Google Shape;570;p22"/>
            <p:cNvSpPr/>
            <p:nvPr/>
          </p:nvSpPr>
          <p:spPr>
            <a:xfrm rot="5400000">
              <a:off x="6129025" y="2406125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71" name="Google Shape;571;p22"/>
            <p:cNvCxnSpPr/>
            <p:nvPr/>
          </p:nvCxnSpPr>
          <p:spPr>
            <a:xfrm>
              <a:off x="8809674" y="-7180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2" name="Google Shape;572;p22"/>
          <p:cNvGrpSpPr/>
          <p:nvPr/>
        </p:nvGrpSpPr>
        <p:grpSpPr>
          <a:xfrm flipH="1">
            <a:off x="101713" y="4728786"/>
            <a:ext cx="1350000" cy="359400"/>
            <a:chOff x="263663" y="4719884"/>
            <a:chExt cx="1350000" cy="359400"/>
          </a:xfrm>
        </p:grpSpPr>
        <p:sp>
          <p:nvSpPr>
            <p:cNvPr id="573" name="Google Shape;573;p22"/>
            <p:cNvSpPr/>
            <p:nvPr/>
          </p:nvSpPr>
          <p:spPr>
            <a:xfrm>
              <a:off x="2636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7589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12542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23"/>
          <p:cNvSpPr txBox="1">
            <a:spLocks noGrp="1"/>
          </p:cNvSpPr>
          <p:nvPr>
            <p:ph type="subTitle" idx="1"/>
          </p:nvPr>
        </p:nvSpPr>
        <p:spPr>
          <a:xfrm>
            <a:off x="720000" y="16707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23"/>
          <p:cNvSpPr txBox="1">
            <a:spLocks noGrp="1"/>
          </p:cNvSpPr>
          <p:nvPr>
            <p:ph type="subTitle" idx="2"/>
          </p:nvPr>
        </p:nvSpPr>
        <p:spPr>
          <a:xfrm>
            <a:off x="3524999" y="16707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23"/>
          <p:cNvSpPr txBox="1">
            <a:spLocks noGrp="1"/>
          </p:cNvSpPr>
          <p:nvPr>
            <p:ph type="subTitle" idx="3"/>
          </p:nvPr>
        </p:nvSpPr>
        <p:spPr>
          <a:xfrm>
            <a:off x="720000" y="3401002"/>
            <a:ext cx="20859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23"/>
          <p:cNvSpPr txBox="1">
            <a:spLocks noGrp="1"/>
          </p:cNvSpPr>
          <p:nvPr>
            <p:ph type="subTitle" idx="4"/>
          </p:nvPr>
        </p:nvSpPr>
        <p:spPr>
          <a:xfrm>
            <a:off x="3524999" y="3401002"/>
            <a:ext cx="20859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23"/>
          <p:cNvSpPr txBox="1">
            <a:spLocks noGrp="1"/>
          </p:cNvSpPr>
          <p:nvPr>
            <p:ph type="subTitle" idx="5"/>
          </p:nvPr>
        </p:nvSpPr>
        <p:spPr>
          <a:xfrm>
            <a:off x="6334911" y="16707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23"/>
          <p:cNvSpPr txBox="1">
            <a:spLocks noGrp="1"/>
          </p:cNvSpPr>
          <p:nvPr>
            <p:ph type="subTitle" idx="6"/>
          </p:nvPr>
        </p:nvSpPr>
        <p:spPr>
          <a:xfrm>
            <a:off x="6334911" y="3401002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23"/>
          <p:cNvSpPr txBox="1">
            <a:spLocks noGrp="1"/>
          </p:cNvSpPr>
          <p:nvPr>
            <p:ph type="subTitle" idx="7"/>
          </p:nvPr>
        </p:nvSpPr>
        <p:spPr>
          <a:xfrm>
            <a:off x="720000" y="12968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5" name="Google Shape;585;p23"/>
          <p:cNvSpPr txBox="1">
            <a:spLocks noGrp="1"/>
          </p:cNvSpPr>
          <p:nvPr>
            <p:ph type="subTitle" idx="8"/>
          </p:nvPr>
        </p:nvSpPr>
        <p:spPr>
          <a:xfrm>
            <a:off x="3524999" y="12968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6" name="Google Shape;586;p23"/>
          <p:cNvSpPr txBox="1">
            <a:spLocks noGrp="1"/>
          </p:cNvSpPr>
          <p:nvPr>
            <p:ph type="subTitle" idx="9"/>
          </p:nvPr>
        </p:nvSpPr>
        <p:spPr>
          <a:xfrm>
            <a:off x="6334911" y="12968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7" name="Google Shape;587;p23"/>
          <p:cNvSpPr txBox="1">
            <a:spLocks noGrp="1"/>
          </p:cNvSpPr>
          <p:nvPr>
            <p:ph type="subTitle" idx="13"/>
          </p:nvPr>
        </p:nvSpPr>
        <p:spPr>
          <a:xfrm>
            <a:off x="720000" y="30239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8" name="Google Shape;588;p23"/>
          <p:cNvSpPr txBox="1">
            <a:spLocks noGrp="1"/>
          </p:cNvSpPr>
          <p:nvPr>
            <p:ph type="subTitle" idx="14"/>
          </p:nvPr>
        </p:nvSpPr>
        <p:spPr>
          <a:xfrm>
            <a:off x="3524999" y="30239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9" name="Google Shape;589;p23"/>
          <p:cNvSpPr txBox="1">
            <a:spLocks noGrp="1"/>
          </p:cNvSpPr>
          <p:nvPr>
            <p:ph type="subTitle" idx="15"/>
          </p:nvPr>
        </p:nvSpPr>
        <p:spPr>
          <a:xfrm>
            <a:off x="6334911" y="30239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90" name="Google Shape;590;p23"/>
          <p:cNvGrpSpPr/>
          <p:nvPr/>
        </p:nvGrpSpPr>
        <p:grpSpPr>
          <a:xfrm>
            <a:off x="218075" y="-108900"/>
            <a:ext cx="359400" cy="5378000"/>
            <a:chOff x="218075" y="-108900"/>
            <a:chExt cx="359400" cy="5378000"/>
          </a:xfrm>
        </p:grpSpPr>
        <p:sp>
          <p:nvSpPr>
            <p:cNvPr id="591" name="Google Shape;591;p23"/>
            <p:cNvSpPr/>
            <p:nvPr/>
          </p:nvSpPr>
          <p:spPr>
            <a:xfrm rot="5400000">
              <a:off x="-2282875" y="2392050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92" name="Google Shape;592;p23"/>
            <p:cNvCxnSpPr/>
            <p:nvPr/>
          </p:nvCxnSpPr>
          <p:spPr>
            <a:xfrm>
              <a:off x="384299" y="-7180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93" name="Google Shape;593;p23"/>
          <p:cNvGrpSpPr/>
          <p:nvPr/>
        </p:nvGrpSpPr>
        <p:grpSpPr>
          <a:xfrm rot="-7307421">
            <a:off x="8568880" y="4381776"/>
            <a:ext cx="968220" cy="789065"/>
            <a:chOff x="4706100" y="2646700"/>
            <a:chExt cx="826025" cy="673200"/>
          </a:xfrm>
        </p:grpSpPr>
        <p:sp>
          <p:nvSpPr>
            <p:cNvPr id="594" name="Google Shape;594;p23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04" name="Google Shape;604;p23"/>
          <p:cNvCxnSpPr/>
          <p:nvPr/>
        </p:nvCxnSpPr>
        <p:spPr>
          <a:xfrm>
            <a:off x="-552502" y="271025"/>
            <a:ext cx="10017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5" name="Google Shape;605;p23"/>
          <p:cNvGrpSpPr/>
          <p:nvPr/>
        </p:nvGrpSpPr>
        <p:grpSpPr>
          <a:xfrm rot="5400000" flipH="1">
            <a:off x="8211288" y="1346061"/>
            <a:ext cx="1350000" cy="359400"/>
            <a:chOff x="263663" y="4719884"/>
            <a:chExt cx="1350000" cy="359400"/>
          </a:xfrm>
        </p:grpSpPr>
        <p:sp>
          <p:nvSpPr>
            <p:cNvPr id="606" name="Google Shape;606;p23"/>
            <p:cNvSpPr/>
            <p:nvPr/>
          </p:nvSpPr>
          <p:spPr>
            <a:xfrm>
              <a:off x="2636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7589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1254263" y="4719884"/>
              <a:ext cx="359400" cy="3594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"/>
          <p:cNvSpPr txBox="1">
            <a:spLocks noGrp="1"/>
          </p:cNvSpPr>
          <p:nvPr>
            <p:ph type="ctrTitle"/>
          </p:nvPr>
        </p:nvSpPr>
        <p:spPr>
          <a:xfrm>
            <a:off x="2682900" y="669825"/>
            <a:ext cx="37782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1" name="Google Shape;611;p24"/>
          <p:cNvSpPr txBox="1">
            <a:spLocks noGrp="1"/>
          </p:cNvSpPr>
          <p:nvPr>
            <p:ph type="subTitle" idx="1"/>
          </p:nvPr>
        </p:nvSpPr>
        <p:spPr>
          <a:xfrm>
            <a:off x="2682900" y="1628350"/>
            <a:ext cx="37782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12" name="Google Shape;612;p24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13" name="Google Shape;613;p24"/>
          <p:cNvGrpSpPr/>
          <p:nvPr/>
        </p:nvGrpSpPr>
        <p:grpSpPr>
          <a:xfrm rot="-7307569">
            <a:off x="-258154" y="4027640"/>
            <a:ext cx="1425497" cy="1161740"/>
            <a:chOff x="4706100" y="2646700"/>
            <a:chExt cx="826025" cy="673200"/>
          </a:xfrm>
        </p:grpSpPr>
        <p:sp>
          <p:nvSpPr>
            <p:cNvPr id="614" name="Google Shape;614;p24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24"/>
          <p:cNvGrpSpPr/>
          <p:nvPr/>
        </p:nvGrpSpPr>
        <p:grpSpPr>
          <a:xfrm rot="-9000128">
            <a:off x="7658406" y="382950"/>
            <a:ext cx="3944605" cy="2554465"/>
            <a:chOff x="1587775" y="1629575"/>
            <a:chExt cx="3944350" cy="2554300"/>
          </a:xfrm>
        </p:grpSpPr>
        <p:sp>
          <p:nvSpPr>
            <p:cNvPr id="625" name="Google Shape;625;p24"/>
            <p:cNvSpPr/>
            <p:nvPr/>
          </p:nvSpPr>
          <p:spPr>
            <a:xfrm>
              <a:off x="3350075" y="1629675"/>
              <a:ext cx="1047825" cy="675975"/>
            </a:xfrm>
            <a:custGeom>
              <a:avLst/>
              <a:gdLst/>
              <a:ahLst/>
              <a:cxnLst/>
              <a:rect l="l" t="t" r="r" b="b"/>
              <a:pathLst>
                <a:path w="41913" h="27039" extrusionOk="0">
                  <a:moveTo>
                    <a:pt x="41828" y="1"/>
                  </a:moveTo>
                  <a:lnTo>
                    <a:pt x="1" y="26907"/>
                  </a:lnTo>
                  <a:lnTo>
                    <a:pt x="86" y="27039"/>
                  </a:lnTo>
                  <a:lnTo>
                    <a:pt x="41912" y="132"/>
                  </a:lnTo>
                  <a:lnTo>
                    <a:pt x="4182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3350825" y="2302175"/>
              <a:ext cx="423150" cy="95825"/>
            </a:xfrm>
            <a:custGeom>
              <a:avLst/>
              <a:gdLst/>
              <a:ahLst/>
              <a:cxnLst/>
              <a:rect l="l" t="t" r="r" b="b"/>
              <a:pathLst>
                <a:path w="16926" h="3833" extrusionOk="0">
                  <a:moveTo>
                    <a:pt x="34" y="1"/>
                  </a:moveTo>
                  <a:lnTo>
                    <a:pt x="1" y="154"/>
                  </a:lnTo>
                  <a:lnTo>
                    <a:pt x="16892" y="3832"/>
                  </a:lnTo>
                  <a:lnTo>
                    <a:pt x="16925" y="368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3658975" y="2395775"/>
              <a:ext cx="116475" cy="1110350"/>
            </a:xfrm>
            <a:custGeom>
              <a:avLst/>
              <a:gdLst/>
              <a:ahLst/>
              <a:cxnLst/>
              <a:rect l="l" t="t" r="r" b="b"/>
              <a:pathLst>
                <a:path w="4659" h="44414" extrusionOk="0">
                  <a:moveTo>
                    <a:pt x="4503" y="1"/>
                  </a:moveTo>
                  <a:lnTo>
                    <a:pt x="1" y="44398"/>
                  </a:lnTo>
                  <a:lnTo>
                    <a:pt x="156" y="44413"/>
                  </a:lnTo>
                  <a:lnTo>
                    <a:pt x="4659" y="1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3772025" y="2394925"/>
              <a:ext cx="739500" cy="1026825"/>
            </a:xfrm>
            <a:custGeom>
              <a:avLst/>
              <a:gdLst/>
              <a:ahLst/>
              <a:cxnLst/>
              <a:rect l="l" t="t" r="r" b="b"/>
              <a:pathLst>
                <a:path w="29580" h="41073" extrusionOk="0">
                  <a:moveTo>
                    <a:pt x="128" y="0"/>
                  </a:moveTo>
                  <a:lnTo>
                    <a:pt x="1" y="91"/>
                  </a:lnTo>
                  <a:lnTo>
                    <a:pt x="29452" y="41073"/>
                  </a:lnTo>
                  <a:lnTo>
                    <a:pt x="29579" y="4098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3659275" y="2482275"/>
              <a:ext cx="530350" cy="1024700"/>
            </a:xfrm>
            <a:custGeom>
              <a:avLst/>
              <a:gdLst/>
              <a:ahLst/>
              <a:cxnLst/>
              <a:rect l="l" t="t" r="r" b="b"/>
              <a:pathLst>
                <a:path w="21214" h="40988" extrusionOk="0">
                  <a:moveTo>
                    <a:pt x="21075" y="1"/>
                  </a:moveTo>
                  <a:lnTo>
                    <a:pt x="0" y="40916"/>
                  </a:lnTo>
                  <a:lnTo>
                    <a:pt x="140" y="40988"/>
                  </a:lnTo>
                  <a:lnTo>
                    <a:pt x="21214" y="72"/>
                  </a:lnTo>
                  <a:lnTo>
                    <a:pt x="2107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3771825" y="1630200"/>
              <a:ext cx="626475" cy="767100"/>
            </a:xfrm>
            <a:custGeom>
              <a:avLst/>
              <a:gdLst/>
              <a:ahLst/>
              <a:cxnLst/>
              <a:rect l="l" t="t" r="r" b="b"/>
              <a:pathLst>
                <a:path w="25059" h="30684" extrusionOk="0">
                  <a:moveTo>
                    <a:pt x="24937" y="1"/>
                  </a:moveTo>
                  <a:lnTo>
                    <a:pt x="1" y="30585"/>
                  </a:lnTo>
                  <a:lnTo>
                    <a:pt x="122" y="30683"/>
                  </a:lnTo>
                  <a:lnTo>
                    <a:pt x="25059" y="100"/>
                  </a:lnTo>
                  <a:lnTo>
                    <a:pt x="2493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3772400" y="2216325"/>
              <a:ext cx="340275" cy="181475"/>
            </a:xfrm>
            <a:custGeom>
              <a:avLst/>
              <a:gdLst/>
              <a:ahLst/>
              <a:cxnLst/>
              <a:rect l="l" t="t" r="r" b="b"/>
              <a:pathLst>
                <a:path w="13611" h="7259" extrusionOk="0">
                  <a:moveTo>
                    <a:pt x="13538" y="0"/>
                  </a:moveTo>
                  <a:lnTo>
                    <a:pt x="0" y="7121"/>
                  </a:lnTo>
                  <a:lnTo>
                    <a:pt x="74" y="7259"/>
                  </a:lnTo>
                  <a:lnTo>
                    <a:pt x="13611" y="139"/>
                  </a:lnTo>
                  <a:lnTo>
                    <a:pt x="135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3773025" y="2394250"/>
              <a:ext cx="415225" cy="90900"/>
            </a:xfrm>
            <a:custGeom>
              <a:avLst/>
              <a:gdLst/>
              <a:ahLst/>
              <a:cxnLst/>
              <a:rect l="l" t="t" r="r" b="b"/>
              <a:pathLst>
                <a:path w="16609" h="3636" extrusionOk="0">
                  <a:moveTo>
                    <a:pt x="33" y="0"/>
                  </a:moveTo>
                  <a:lnTo>
                    <a:pt x="1" y="153"/>
                  </a:lnTo>
                  <a:lnTo>
                    <a:pt x="16577" y="3635"/>
                  </a:lnTo>
                  <a:lnTo>
                    <a:pt x="16608" y="348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4110025" y="2217425"/>
              <a:ext cx="79750" cy="266200"/>
            </a:xfrm>
            <a:custGeom>
              <a:avLst/>
              <a:gdLst/>
              <a:ahLst/>
              <a:cxnLst/>
              <a:rect l="l" t="t" r="r" b="b"/>
              <a:pathLst>
                <a:path w="3190" h="10648" extrusionOk="0">
                  <a:moveTo>
                    <a:pt x="151" y="1"/>
                  </a:moveTo>
                  <a:lnTo>
                    <a:pt x="0" y="45"/>
                  </a:lnTo>
                  <a:lnTo>
                    <a:pt x="3040" y="10648"/>
                  </a:lnTo>
                  <a:lnTo>
                    <a:pt x="3190" y="1060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3773200" y="2340800"/>
              <a:ext cx="808900" cy="57075"/>
            </a:xfrm>
            <a:custGeom>
              <a:avLst/>
              <a:gdLst/>
              <a:ahLst/>
              <a:cxnLst/>
              <a:rect l="l" t="t" r="r" b="b"/>
              <a:pathLst>
                <a:path w="32356" h="2283" extrusionOk="0">
                  <a:moveTo>
                    <a:pt x="32345" y="0"/>
                  </a:moveTo>
                  <a:lnTo>
                    <a:pt x="1" y="2127"/>
                  </a:lnTo>
                  <a:lnTo>
                    <a:pt x="11" y="2282"/>
                  </a:lnTo>
                  <a:lnTo>
                    <a:pt x="32356" y="156"/>
                  </a:lnTo>
                  <a:lnTo>
                    <a:pt x="3234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4109975" y="1630650"/>
              <a:ext cx="288550" cy="588275"/>
            </a:xfrm>
            <a:custGeom>
              <a:avLst/>
              <a:gdLst/>
              <a:ahLst/>
              <a:cxnLst/>
              <a:rect l="l" t="t" r="r" b="b"/>
              <a:pathLst>
                <a:path w="11542" h="23531" extrusionOk="0">
                  <a:moveTo>
                    <a:pt x="11400" y="0"/>
                  </a:moveTo>
                  <a:lnTo>
                    <a:pt x="0" y="23462"/>
                  </a:lnTo>
                  <a:lnTo>
                    <a:pt x="141" y="23530"/>
                  </a:lnTo>
                  <a:lnTo>
                    <a:pt x="11541" y="69"/>
                  </a:lnTo>
                  <a:lnTo>
                    <a:pt x="1140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4398400" y="1632125"/>
              <a:ext cx="122750" cy="366800"/>
            </a:xfrm>
            <a:custGeom>
              <a:avLst/>
              <a:gdLst/>
              <a:ahLst/>
              <a:cxnLst/>
              <a:rect l="l" t="t" r="r" b="b"/>
              <a:pathLst>
                <a:path w="4910" h="14672" extrusionOk="0">
                  <a:moveTo>
                    <a:pt x="149" y="1"/>
                  </a:moveTo>
                  <a:lnTo>
                    <a:pt x="0" y="50"/>
                  </a:lnTo>
                  <a:lnTo>
                    <a:pt x="4761" y="14671"/>
                  </a:lnTo>
                  <a:lnTo>
                    <a:pt x="4909" y="1462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4395850" y="1629575"/>
              <a:ext cx="423925" cy="244675"/>
            </a:xfrm>
            <a:custGeom>
              <a:avLst/>
              <a:gdLst/>
              <a:ahLst/>
              <a:cxnLst/>
              <a:rect l="l" t="t" r="r" b="b"/>
              <a:pathLst>
                <a:path w="16957" h="9787" extrusionOk="0">
                  <a:moveTo>
                    <a:pt x="78" y="1"/>
                  </a:moveTo>
                  <a:lnTo>
                    <a:pt x="1" y="136"/>
                  </a:lnTo>
                  <a:lnTo>
                    <a:pt x="16878" y="9787"/>
                  </a:lnTo>
                  <a:lnTo>
                    <a:pt x="16956" y="9651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4396450" y="1997625"/>
              <a:ext cx="124775" cy="160875"/>
            </a:xfrm>
            <a:custGeom>
              <a:avLst/>
              <a:gdLst/>
              <a:ahLst/>
              <a:cxnLst/>
              <a:rect l="l" t="t" r="r" b="b"/>
              <a:pathLst>
                <a:path w="4991" h="6435" extrusionOk="0">
                  <a:moveTo>
                    <a:pt x="4866" y="0"/>
                  </a:moveTo>
                  <a:lnTo>
                    <a:pt x="1" y="6340"/>
                  </a:lnTo>
                  <a:lnTo>
                    <a:pt x="125" y="6435"/>
                  </a:lnTo>
                  <a:lnTo>
                    <a:pt x="4991" y="96"/>
                  </a:lnTo>
                  <a:lnTo>
                    <a:pt x="486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4111375" y="2155375"/>
              <a:ext cx="286800" cy="64500"/>
            </a:xfrm>
            <a:custGeom>
              <a:avLst/>
              <a:gdLst/>
              <a:ahLst/>
              <a:cxnLst/>
              <a:rect l="l" t="t" r="r" b="b"/>
              <a:pathLst>
                <a:path w="11472" h="2580" extrusionOk="0">
                  <a:moveTo>
                    <a:pt x="11438" y="1"/>
                  </a:moveTo>
                  <a:lnTo>
                    <a:pt x="1" y="2427"/>
                  </a:lnTo>
                  <a:lnTo>
                    <a:pt x="34" y="2580"/>
                  </a:lnTo>
                  <a:lnTo>
                    <a:pt x="11472" y="154"/>
                  </a:lnTo>
                  <a:lnTo>
                    <a:pt x="1143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4517350" y="1998600"/>
              <a:ext cx="66450" cy="344725"/>
            </a:xfrm>
            <a:custGeom>
              <a:avLst/>
              <a:gdLst/>
              <a:ahLst/>
              <a:cxnLst/>
              <a:rect l="l" t="t" r="r" b="b"/>
              <a:pathLst>
                <a:path w="2658" h="13789" extrusionOk="0">
                  <a:moveTo>
                    <a:pt x="155" y="1"/>
                  </a:moveTo>
                  <a:lnTo>
                    <a:pt x="0" y="29"/>
                  </a:lnTo>
                  <a:lnTo>
                    <a:pt x="2504" y="13788"/>
                  </a:lnTo>
                  <a:lnTo>
                    <a:pt x="2658" y="137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4518575" y="1870775"/>
              <a:ext cx="300850" cy="129825"/>
            </a:xfrm>
            <a:custGeom>
              <a:avLst/>
              <a:gdLst/>
              <a:ahLst/>
              <a:cxnLst/>
              <a:rect l="l" t="t" r="r" b="b"/>
              <a:pathLst>
                <a:path w="12034" h="5193" extrusionOk="0">
                  <a:moveTo>
                    <a:pt x="11972" y="1"/>
                  </a:moveTo>
                  <a:lnTo>
                    <a:pt x="0" y="5049"/>
                  </a:lnTo>
                  <a:lnTo>
                    <a:pt x="62" y="5193"/>
                  </a:lnTo>
                  <a:lnTo>
                    <a:pt x="12034" y="145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4817050" y="1872175"/>
              <a:ext cx="269775" cy="774450"/>
            </a:xfrm>
            <a:custGeom>
              <a:avLst/>
              <a:gdLst/>
              <a:ahLst/>
              <a:cxnLst/>
              <a:rect l="l" t="t" r="r" b="b"/>
              <a:pathLst>
                <a:path w="10791" h="30978" extrusionOk="0">
                  <a:moveTo>
                    <a:pt x="149" y="0"/>
                  </a:moveTo>
                  <a:lnTo>
                    <a:pt x="1" y="51"/>
                  </a:lnTo>
                  <a:lnTo>
                    <a:pt x="10643" y="30977"/>
                  </a:lnTo>
                  <a:lnTo>
                    <a:pt x="10791" y="3092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4581725" y="2233525"/>
              <a:ext cx="700025" cy="111225"/>
            </a:xfrm>
            <a:custGeom>
              <a:avLst/>
              <a:gdLst/>
              <a:ahLst/>
              <a:cxnLst/>
              <a:rect l="l" t="t" r="r" b="b"/>
              <a:pathLst>
                <a:path w="28001" h="4449" extrusionOk="0">
                  <a:moveTo>
                    <a:pt x="27976" y="1"/>
                  </a:moveTo>
                  <a:lnTo>
                    <a:pt x="0" y="4294"/>
                  </a:lnTo>
                  <a:lnTo>
                    <a:pt x="24" y="4449"/>
                  </a:lnTo>
                  <a:lnTo>
                    <a:pt x="28000" y="155"/>
                  </a:lnTo>
                  <a:lnTo>
                    <a:pt x="2797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4818625" y="1761475"/>
              <a:ext cx="532650" cy="113100"/>
            </a:xfrm>
            <a:custGeom>
              <a:avLst/>
              <a:gdLst/>
              <a:ahLst/>
              <a:cxnLst/>
              <a:rect l="l" t="t" r="r" b="b"/>
              <a:pathLst>
                <a:path w="21306" h="4524" extrusionOk="0">
                  <a:moveTo>
                    <a:pt x="21274" y="0"/>
                  </a:moveTo>
                  <a:lnTo>
                    <a:pt x="0" y="4370"/>
                  </a:lnTo>
                  <a:lnTo>
                    <a:pt x="32" y="4523"/>
                  </a:lnTo>
                  <a:lnTo>
                    <a:pt x="21306" y="153"/>
                  </a:lnTo>
                  <a:lnTo>
                    <a:pt x="21274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4817700" y="1871325"/>
              <a:ext cx="465100" cy="366025"/>
            </a:xfrm>
            <a:custGeom>
              <a:avLst/>
              <a:gdLst/>
              <a:ahLst/>
              <a:cxnLst/>
              <a:rect l="l" t="t" r="r" b="b"/>
              <a:pathLst>
                <a:path w="18604" h="14641" extrusionOk="0">
                  <a:moveTo>
                    <a:pt x="97" y="1"/>
                  </a:moveTo>
                  <a:lnTo>
                    <a:pt x="1" y="124"/>
                  </a:lnTo>
                  <a:lnTo>
                    <a:pt x="18508" y="14641"/>
                  </a:lnTo>
                  <a:lnTo>
                    <a:pt x="18604" y="14518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5279800" y="1763000"/>
              <a:ext cx="73050" cy="472775"/>
            </a:xfrm>
            <a:custGeom>
              <a:avLst/>
              <a:gdLst/>
              <a:ahLst/>
              <a:cxnLst/>
              <a:rect l="l" t="t" r="r" b="b"/>
              <a:pathLst>
                <a:path w="2922" h="18911" extrusionOk="0">
                  <a:moveTo>
                    <a:pt x="2766" y="1"/>
                  </a:moveTo>
                  <a:lnTo>
                    <a:pt x="1" y="18887"/>
                  </a:lnTo>
                  <a:lnTo>
                    <a:pt x="155" y="18910"/>
                  </a:lnTo>
                  <a:lnTo>
                    <a:pt x="2921" y="24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4356300" y="2342075"/>
              <a:ext cx="227500" cy="445550"/>
            </a:xfrm>
            <a:custGeom>
              <a:avLst/>
              <a:gdLst/>
              <a:ahLst/>
              <a:cxnLst/>
              <a:rect l="l" t="t" r="r" b="b"/>
              <a:pathLst>
                <a:path w="9100" h="17822" extrusionOk="0">
                  <a:moveTo>
                    <a:pt x="8960" y="0"/>
                  </a:moveTo>
                  <a:lnTo>
                    <a:pt x="0" y="17752"/>
                  </a:lnTo>
                  <a:lnTo>
                    <a:pt x="140" y="17822"/>
                  </a:lnTo>
                  <a:lnTo>
                    <a:pt x="9100" y="71"/>
                  </a:lnTo>
                  <a:lnTo>
                    <a:pt x="896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4187225" y="2343825"/>
              <a:ext cx="398800" cy="141300"/>
            </a:xfrm>
            <a:custGeom>
              <a:avLst/>
              <a:gdLst/>
              <a:ahLst/>
              <a:cxnLst/>
              <a:rect l="l" t="t" r="r" b="b"/>
              <a:pathLst>
                <a:path w="15952" h="5652" extrusionOk="0">
                  <a:moveTo>
                    <a:pt x="15900" y="0"/>
                  </a:moveTo>
                  <a:lnTo>
                    <a:pt x="1" y="5503"/>
                  </a:lnTo>
                  <a:lnTo>
                    <a:pt x="52" y="5651"/>
                  </a:lnTo>
                  <a:lnTo>
                    <a:pt x="15951" y="148"/>
                  </a:lnTo>
                  <a:lnTo>
                    <a:pt x="1590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4186425" y="2482100"/>
              <a:ext cx="173650" cy="305500"/>
            </a:xfrm>
            <a:custGeom>
              <a:avLst/>
              <a:gdLst/>
              <a:ahLst/>
              <a:cxnLst/>
              <a:rect l="l" t="t" r="r" b="b"/>
              <a:pathLst>
                <a:path w="6946" h="12220" extrusionOk="0">
                  <a:moveTo>
                    <a:pt x="137" y="0"/>
                  </a:moveTo>
                  <a:lnTo>
                    <a:pt x="0" y="76"/>
                  </a:lnTo>
                  <a:lnTo>
                    <a:pt x="6809" y="12220"/>
                  </a:lnTo>
                  <a:lnTo>
                    <a:pt x="6945" y="1214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3659400" y="2344150"/>
              <a:ext cx="927375" cy="1162975"/>
            </a:xfrm>
            <a:custGeom>
              <a:avLst/>
              <a:gdLst/>
              <a:ahLst/>
              <a:cxnLst/>
              <a:rect l="l" t="t" r="r" b="b"/>
              <a:pathLst>
                <a:path w="37095" h="46519" extrusionOk="0">
                  <a:moveTo>
                    <a:pt x="36973" y="1"/>
                  </a:moveTo>
                  <a:lnTo>
                    <a:pt x="0" y="46421"/>
                  </a:lnTo>
                  <a:lnTo>
                    <a:pt x="123" y="46518"/>
                  </a:lnTo>
                  <a:lnTo>
                    <a:pt x="37095" y="99"/>
                  </a:lnTo>
                  <a:lnTo>
                    <a:pt x="3697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4356275" y="2786225"/>
              <a:ext cx="155775" cy="635150"/>
            </a:xfrm>
            <a:custGeom>
              <a:avLst/>
              <a:gdLst/>
              <a:ahLst/>
              <a:cxnLst/>
              <a:rect l="l" t="t" r="r" b="b"/>
              <a:pathLst>
                <a:path w="6231" h="25406" extrusionOk="0">
                  <a:moveTo>
                    <a:pt x="152" y="0"/>
                  </a:moveTo>
                  <a:lnTo>
                    <a:pt x="0" y="37"/>
                  </a:lnTo>
                  <a:lnTo>
                    <a:pt x="6078" y="25405"/>
                  </a:lnTo>
                  <a:lnTo>
                    <a:pt x="6230" y="25369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4507850" y="2739350"/>
              <a:ext cx="201700" cy="678675"/>
            </a:xfrm>
            <a:custGeom>
              <a:avLst/>
              <a:gdLst/>
              <a:ahLst/>
              <a:cxnLst/>
              <a:rect l="l" t="t" r="r" b="b"/>
              <a:pathLst>
                <a:path w="8068" h="27147" extrusionOk="0">
                  <a:moveTo>
                    <a:pt x="7918" y="0"/>
                  </a:moveTo>
                  <a:lnTo>
                    <a:pt x="0" y="27103"/>
                  </a:lnTo>
                  <a:lnTo>
                    <a:pt x="151" y="27147"/>
                  </a:lnTo>
                  <a:lnTo>
                    <a:pt x="8068" y="44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4580250" y="2342250"/>
              <a:ext cx="129275" cy="398350"/>
            </a:xfrm>
            <a:custGeom>
              <a:avLst/>
              <a:gdLst/>
              <a:ahLst/>
              <a:cxnLst/>
              <a:rect l="l" t="t" r="r" b="b"/>
              <a:pathLst>
                <a:path w="5171" h="15934" extrusionOk="0">
                  <a:moveTo>
                    <a:pt x="150" y="1"/>
                  </a:moveTo>
                  <a:lnTo>
                    <a:pt x="1" y="48"/>
                  </a:lnTo>
                  <a:lnTo>
                    <a:pt x="5022" y="15933"/>
                  </a:lnTo>
                  <a:lnTo>
                    <a:pt x="5171" y="15886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4581125" y="2341450"/>
              <a:ext cx="501575" cy="309225"/>
            </a:xfrm>
            <a:custGeom>
              <a:avLst/>
              <a:gdLst/>
              <a:ahLst/>
              <a:cxnLst/>
              <a:rect l="l" t="t" r="r" b="b"/>
              <a:pathLst>
                <a:path w="20063" h="12369" extrusionOk="0">
                  <a:moveTo>
                    <a:pt x="83" y="0"/>
                  </a:moveTo>
                  <a:lnTo>
                    <a:pt x="0" y="134"/>
                  </a:lnTo>
                  <a:lnTo>
                    <a:pt x="19980" y="12369"/>
                  </a:lnTo>
                  <a:lnTo>
                    <a:pt x="20063" y="1223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5079850" y="2234575"/>
              <a:ext cx="203400" cy="414875"/>
            </a:xfrm>
            <a:custGeom>
              <a:avLst/>
              <a:gdLst/>
              <a:ahLst/>
              <a:cxnLst/>
              <a:rect l="l" t="t" r="r" b="b"/>
              <a:pathLst>
                <a:path w="8136" h="16595" extrusionOk="0">
                  <a:moveTo>
                    <a:pt x="7995" y="0"/>
                  </a:moveTo>
                  <a:lnTo>
                    <a:pt x="0" y="16526"/>
                  </a:lnTo>
                  <a:lnTo>
                    <a:pt x="141" y="16595"/>
                  </a:lnTo>
                  <a:lnTo>
                    <a:pt x="8136" y="69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5279925" y="2234825"/>
              <a:ext cx="252200" cy="455475"/>
            </a:xfrm>
            <a:custGeom>
              <a:avLst/>
              <a:gdLst/>
              <a:ahLst/>
              <a:cxnLst/>
              <a:rect l="l" t="t" r="r" b="b"/>
              <a:pathLst>
                <a:path w="10088" h="18219" extrusionOk="0">
                  <a:moveTo>
                    <a:pt x="137" y="1"/>
                  </a:moveTo>
                  <a:lnTo>
                    <a:pt x="0" y="76"/>
                  </a:lnTo>
                  <a:lnTo>
                    <a:pt x="9951" y="18219"/>
                  </a:lnTo>
                  <a:lnTo>
                    <a:pt x="10088" y="1814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4358500" y="2738150"/>
              <a:ext cx="349475" cy="53150"/>
            </a:xfrm>
            <a:custGeom>
              <a:avLst/>
              <a:gdLst/>
              <a:ahLst/>
              <a:cxnLst/>
              <a:rect l="l" t="t" r="r" b="b"/>
              <a:pathLst>
                <a:path w="13979" h="2126" extrusionOk="0">
                  <a:moveTo>
                    <a:pt x="13956" y="0"/>
                  </a:moveTo>
                  <a:lnTo>
                    <a:pt x="1" y="1971"/>
                  </a:lnTo>
                  <a:lnTo>
                    <a:pt x="23" y="2126"/>
                  </a:lnTo>
                  <a:lnTo>
                    <a:pt x="13978" y="156"/>
                  </a:lnTo>
                  <a:lnTo>
                    <a:pt x="1395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3659575" y="2787825"/>
              <a:ext cx="700625" cy="719450"/>
            </a:xfrm>
            <a:custGeom>
              <a:avLst/>
              <a:gdLst/>
              <a:ahLst/>
              <a:cxnLst/>
              <a:rect l="l" t="t" r="r" b="b"/>
              <a:pathLst>
                <a:path w="28025" h="28778" extrusionOk="0">
                  <a:moveTo>
                    <a:pt x="27913" y="0"/>
                  </a:moveTo>
                  <a:lnTo>
                    <a:pt x="1" y="28668"/>
                  </a:lnTo>
                  <a:lnTo>
                    <a:pt x="113" y="28777"/>
                  </a:lnTo>
                  <a:lnTo>
                    <a:pt x="28025" y="110"/>
                  </a:lnTo>
                  <a:lnTo>
                    <a:pt x="2791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4357225" y="2787675"/>
              <a:ext cx="446875" cy="433225"/>
            </a:xfrm>
            <a:custGeom>
              <a:avLst/>
              <a:gdLst/>
              <a:ahLst/>
              <a:cxnLst/>
              <a:rect l="l" t="t" r="r" b="b"/>
              <a:pathLst>
                <a:path w="17875" h="17329" extrusionOk="0">
                  <a:moveTo>
                    <a:pt x="110" y="1"/>
                  </a:moveTo>
                  <a:lnTo>
                    <a:pt x="1" y="114"/>
                  </a:lnTo>
                  <a:lnTo>
                    <a:pt x="17765" y="17329"/>
                  </a:lnTo>
                  <a:lnTo>
                    <a:pt x="17874" y="17216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3660200" y="3504225"/>
              <a:ext cx="1295850" cy="495375"/>
            </a:xfrm>
            <a:custGeom>
              <a:avLst/>
              <a:gdLst/>
              <a:ahLst/>
              <a:cxnLst/>
              <a:rect l="l" t="t" r="r" b="b"/>
              <a:pathLst>
                <a:path w="51834" h="19815" extrusionOk="0">
                  <a:moveTo>
                    <a:pt x="56" y="0"/>
                  </a:moveTo>
                  <a:lnTo>
                    <a:pt x="1" y="146"/>
                  </a:lnTo>
                  <a:lnTo>
                    <a:pt x="51778" y="19815"/>
                  </a:lnTo>
                  <a:lnTo>
                    <a:pt x="51833" y="19669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4509500" y="3316450"/>
              <a:ext cx="637800" cy="103275"/>
            </a:xfrm>
            <a:custGeom>
              <a:avLst/>
              <a:gdLst/>
              <a:ahLst/>
              <a:cxnLst/>
              <a:rect l="l" t="t" r="r" b="b"/>
              <a:pathLst>
                <a:path w="25512" h="4131" extrusionOk="0">
                  <a:moveTo>
                    <a:pt x="25487" y="1"/>
                  </a:moveTo>
                  <a:lnTo>
                    <a:pt x="0" y="3976"/>
                  </a:lnTo>
                  <a:lnTo>
                    <a:pt x="24" y="4131"/>
                  </a:lnTo>
                  <a:lnTo>
                    <a:pt x="25511" y="155"/>
                  </a:lnTo>
                  <a:lnTo>
                    <a:pt x="2548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4800875" y="3219107"/>
              <a:ext cx="159884" cy="774217"/>
            </a:xfrm>
            <a:custGeom>
              <a:avLst/>
              <a:gdLst/>
              <a:ahLst/>
              <a:cxnLst/>
              <a:rect l="l" t="t" r="r" b="b"/>
              <a:pathLst>
                <a:path w="7185" h="34855" extrusionOk="0">
                  <a:moveTo>
                    <a:pt x="154" y="1"/>
                  </a:moveTo>
                  <a:lnTo>
                    <a:pt x="1" y="32"/>
                  </a:lnTo>
                  <a:lnTo>
                    <a:pt x="7031" y="34855"/>
                  </a:lnTo>
                  <a:lnTo>
                    <a:pt x="7185" y="3482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4953875" y="3206725"/>
              <a:ext cx="506200" cy="792125"/>
            </a:xfrm>
            <a:custGeom>
              <a:avLst/>
              <a:gdLst/>
              <a:ahLst/>
              <a:cxnLst/>
              <a:rect l="l" t="t" r="r" b="b"/>
              <a:pathLst>
                <a:path w="20248" h="31685" extrusionOk="0">
                  <a:moveTo>
                    <a:pt x="20116" y="0"/>
                  </a:moveTo>
                  <a:lnTo>
                    <a:pt x="0" y="31601"/>
                  </a:lnTo>
                  <a:lnTo>
                    <a:pt x="133" y="31684"/>
                  </a:lnTo>
                  <a:lnTo>
                    <a:pt x="20248" y="85"/>
                  </a:lnTo>
                  <a:lnTo>
                    <a:pt x="2011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4953625" y="3314650"/>
              <a:ext cx="196175" cy="683850"/>
            </a:xfrm>
            <a:custGeom>
              <a:avLst/>
              <a:gdLst/>
              <a:ahLst/>
              <a:cxnLst/>
              <a:rect l="l" t="t" r="r" b="b"/>
              <a:pathLst>
                <a:path w="7847" h="27354" extrusionOk="0">
                  <a:moveTo>
                    <a:pt x="7695" y="1"/>
                  </a:moveTo>
                  <a:lnTo>
                    <a:pt x="0" y="27311"/>
                  </a:lnTo>
                  <a:lnTo>
                    <a:pt x="151" y="27354"/>
                  </a:lnTo>
                  <a:lnTo>
                    <a:pt x="7846" y="43"/>
                  </a:lnTo>
                  <a:lnTo>
                    <a:pt x="769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4508351" y="3415900"/>
              <a:ext cx="536949" cy="443729"/>
            </a:xfrm>
            <a:custGeom>
              <a:avLst/>
              <a:gdLst/>
              <a:ahLst/>
              <a:cxnLst/>
              <a:rect l="l" t="t" r="r" b="b"/>
              <a:pathLst>
                <a:path w="35589" h="29386" extrusionOk="0">
                  <a:moveTo>
                    <a:pt x="99" y="0"/>
                  </a:moveTo>
                  <a:lnTo>
                    <a:pt x="0" y="120"/>
                  </a:lnTo>
                  <a:lnTo>
                    <a:pt x="35490" y="29386"/>
                  </a:lnTo>
                  <a:lnTo>
                    <a:pt x="35589" y="29266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4508025" y="3416250"/>
              <a:ext cx="448850" cy="582475"/>
            </a:xfrm>
            <a:custGeom>
              <a:avLst/>
              <a:gdLst/>
              <a:ahLst/>
              <a:cxnLst/>
              <a:rect l="l" t="t" r="r" b="b"/>
              <a:pathLst>
                <a:path w="17954" h="23299" extrusionOk="0">
                  <a:moveTo>
                    <a:pt x="125" y="1"/>
                  </a:moveTo>
                  <a:lnTo>
                    <a:pt x="1" y="96"/>
                  </a:lnTo>
                  <a:lnTo>
                    <a:pt x="17829" y="23298"/>
                  </a:lnTo>
                  <a:lnTo>
                    <a:pt x="17953" y="2320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4475750" y="3995500"/>
              <a:ext cx="480250" cy="166800"/>
            </a:xfrm>
            <a:custGeom>
              <a:avLst/>
              <a:gdLst/>
              <a:ahLst/>
              <a:cxnLst/>
              <a:rect l="l" t="t" r="r" b="b"/>
              <a:pathLst>
                <a:path w="19210" h="6672" extrusionOk="0">
                  <a:moveTo>
                    <a:pt x="19159" y="1"/>
                  </a:moveTo>
                  <a:lnTo>
                    <a:pt x="1" y="6524"/>
                  </a:lnTo>
                  <a:lnTo>
                    <a:pt x="52" y="6671"/>
                  </a:lnTo>
                  <a:lnTo>
                    <a:pt x="19210" y="149"/>
                  </a:lnTo>
                  <a:lnTo>
                    <a:pt x="1915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3604000" y="3415850"/>
              <a:ext cx="906975" cy="768025"/>
            </a:xfrm>
            <a:custGeom>
              <a:avLst/>
              <a:gdLst/>
              <a:ahLst/>
              <a:cxnLst/>
              <a:rect l="l" t="t" r="r" b="b"/>
              <a:pathLst>
                <a:path w="36279" h="30721" extrusionOk="0">
                  <a:moveTo>
                    <a:pt x="36177" y="0"/>
                  </a:moveTo>
                  <a:lnTo>
                    <a:pt x="0" y="30601"/>
                  </a:lnTo>
                  <a:lnTo>
                    <a:pt x="101" y="30720"/>
                  </a:lnTo>
                  <a:lnTo>
                    <a:pt x="36278" y="120"/>
                  </a:lnTo>
                  <a:lnTo>
                    <a:pt x="3617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4395925" y="1631375"/>
              <a:ext cx="4925" cy="525975"/>
            </a:xfrm>
            <a:custGeom>
              <a:avLst/>
              <a:gdLst/>
              <a:ahLst/>
              <a:cxnLst/>
              <a:rect l="l" t="t" r="r" b="b"/>
              <a:pathLst>
                <a:path w="197" h="21039" extrusionOk="0">
                  <a:moveTo>
                    <a:pt x="157" y="1"/>
                  </a:moveTo>
                  <a:lnTo>
                    <a:pt x="0" y="2"/>
                  </a:lnTo>
                  <a:lnTo>
                    <a:pt x="40" y="21039"/>
                  </a:lnTo>
                  <a:lnTo>
                    <a:pt x="196" y="2103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4580425" y="1871775"/>
              <a:ext cx="240225" cy="472000"/>
            </a:xfrm>
            <a:custGeom>
              <a:avLst/>
              <a:gdLst/>
              <a:ahLst/>
              <a:cxnLst/>
              <a:rect l="l" t="t" r="r" b="b"/>
              <a:pathLst>
                <a:path w="9609" h="18880" extrusionOk="0">
                  <a:moveTo>
                    <a:pt x="9470" y="1"/>
                  </a:moveTo>
                  <a:lnTo>
                    <a:pt x="0" y="18808"/>
                  </a:lnTo>
                  <a:lnTo>
                    <a:pt x="140" y="18879"/>
                  </a:lnTo>
                  <a:lnTo>
                    <a:pt x="9609" y="71"/>
                  </a:lnTo>
                  <a:lnTo>
                    <a:pt x="947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4517975" y="1997675"/>
              <a:ext cx="565100" cy="652400"/>
            </a:xfrm>
            <a:custGeom>
              <a:avLst/>
              <a:gdLst/>
              <a:ahLst/>
              <a:cxnLst/>
              <a:rect l="l" t="t" r="r" b="b"/>
              <a:pathLst>
                <a:path w="22604" h="26096" extrusionOk="0">
                  <a:moveTo>
                    <a:pt x="119" y="0"/>
                  </a:moveTo>
                  <a:lnTo>
                    <a:pt x="0" y="102"/>
                  </a:lnTo>
                  <a:lnTo>
                    <a:pt x="22485" y="26096"/>
                  </a:lnTo>
                  <a:lnTo>
                    <a:pt x="22603" y="2599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3660650" y="3415600"/>
              <a:ext cx="849150" cy="92250"/>
            </a:xfrm>
            <a:custGeom>
              <a:avLst/>
              <a:gdLst/>
              <a:ahLst/>
              <a:cxnLst/>
              <a:rect l="l" t="t" r="r" b="b"/>
              <a:pathLst>
                <a:path w="33966" h="3690" extrusionOk="0">
                  <a:moveTo>
                    <a:pt x="33949" y="1"/>
                  </a:moveTo>
                  <a:lnTo>
                    <a:pt x="1" y="3534"/>
                  </a:lnTo>
                  <a:lnTo>
                    <a:pt x="16" y="3689"/>
                  </a:lnTo>
                  <a:lnTo>
                    <a:pt x="33966" y="156"/>
                  </a:lnTo>
                  <a:lnTo>
                    <a:pt x="3394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1587775" y="2302200"/>
              <a:ext cx="1764125" cy="464275"/>
            </a:xfrm>
            <a:custGeom>
              <a:avLst/>
              <a:gdLst/>
              <a:ahLst/>
              <a:cxnLst/>
              <a:rect l="l" t="t" r="r" b="b"/>
              <a:pathLst>
                <a:path w="70565" h="18571" extrusionOk="0">
                  <a:moveTo>
                    <a:pt x="70525" y="1"/>
                  </a:moveTo>
                  <a:lnTo>
                    <a:pt x="0" y="18419"/>
                  </a:lnTo>
                  <a:lnTo>
                    <a:pt x="40" y="18571"/>
                  </a:lnTo>
                  <a:lnTo>
                    <a:pt x="70565" y="152"/>
                  </a:lnTo>
                  <a:lnTo>
                    <a:pt x="7052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4"/>
          <p:cNvGrpSpPr/>
          <p:nvPr/>
        </p:nvGrpSpPr>
        <p:grpSpPr>
          <a:xfrm>
            <a:off x="-88325" y="128075"/>
            <a:ext cx="5682300" cy="359400"/>
            <a:chOff x="-88325" y="128075"/>
            <a:chExt cx="5682300" cy="359400"/>
          </a:xfrm>
        </p:grpSpPr>
        <p:sp>
          <p:nvSpPr>
            <p:cNvPr id="685" name="Google Shape;685;p24"/>
            <p:cNvSpPr/>
            <p:nvPr/>
          </p:nvSpPr>
          <p:spPr>
            <a:xfrm>
              <a:off x="-88325" y="128075"/>
              <a:ext cx="5682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86" name="Google Shape;686;p24"/>
            <p:cNvCxnSpPr>
              <a:endCxn id="685" idx="3"/>
            </p:cNvCxnSpPr>
            <p:nvPr/>
          </p:nvCxnSpPr>
          <p:spPr>
            <a:xfrm>
              <a:off x="-88325" y="307775"/>
              <a:ext cx="568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7" name="Google Shape;687;p24"/>
          <p:cNvGrpSpPr/>
          <p:nvPr/>
        </p:nvGrpSpPr>
        <p:grpSpPr>
          <a:xfrm>
            <a:off x="2683800" y="4684125"/>
            <a:ext cx="6564900" cy="359400"/>
            <a:chOff x="2683800" y="4684125"/>
            <a:chExt cx="6564900" cy="359400"/>
          </a:xfrm>
        </p:grpSpPr>
        <p:sp>
          <p:nvSpPr>
            <p:cNvPr id="688" name="Google Shape;688;p24"/>
            <p:cNvSpPr/>
            <p:nvPr/>
          </p:nvSpPr>
          <p:spPr>
            <a:xfrm>
              <a:off x="2683800" y="4684125"/>
              <a:ext cx="65649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89" name="Google Shape;689;p24"/>
            <p:cNvCxnSpPr>
              <a:stCxn id="688" idx="1"/>
            </p:cNvCxnSpPr>
            <p:nvPr/>
          </p:nvCxnSpPr>
          <p:spPr>
            <a:xfrm>
              <a:off x="2683800" y="4863825"/>
              <a:ext cx="656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25"/>
          <p:cNvGrpSpPr/>
          <p:nvPr/>
        </p:nvGrpSpPr>
        <p:grpSpPr>
          <a:xfrm rot="-7307569">
            <a:off x="-258154" y="4027640"/>
            <a:ext cx="1425497" cy="1161740"/>
            <a:chOff x="4706100" y="2646700"/>
            <a:chExt cx="826025" cy="673200"/>
          </a:xfrm>
        </p:grpSpPr>
        <p:sp>
          <p:nvSpPr>
            <p:cNvPr id="692" name="Google Shape;692;p25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25"/>
          <p:cNvGrpSpPr/>
          <p:nvPr/>
        </p:nvGrpSpPr>
        <p:grpSpPr>
          <a:xfrm rot="3600358">
            <a:off x="8018089" y="24423"/>
            <a:ext cx="1425481" cy="1161724"/>
            <a:chOff x="4706100" y="2646700"/>
            <a:chExt cx="826025" cy="673200"/>
          </a:xfrm>
        </p:grpSpPr>
        <p:sp>
          <p:nvSpPr>
            <p:cNvPr id="703" name="Google Shape;703;p25"/>
            <p:cNvSpPr/>
            <p:nvPr/>
          </p:nvSpPr>
          <p:spPr>
            <a:xfrm>
              <a:off x="5081725" y="2646725"/>
              <a:ext cx="449050" cy="44375"/>
            </a:xfrm>
            <a:custGeom>
              <a:avLst/>
              <a:gdLst/>
              <a:ahLst/>
              <a:cxnLst/>
              <a:rect l="l" t="t" r="r" b="b"/>
              <a:pathLst>
                <a:path w="17962" h="1775" extrusionOk="0">
                  <a:moveTo>
                    <a:pt x="15" y="0"/>
                  </a:moveTo>
                  <a:lnTo>
                    <a:pt x="0" y="156"/>
                  </a:lnTo>
                  <a:lnTo>
                    <a:pt x="17948" y="1774"/>
                  </a:lnTo>
                  <a:lnTo>
                    <a:pt x="17961" y="16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4707225" y="2738300"/>
              <a:ext cx="555075" cy="115725"/>
            </a:xfrm>
            <a:custGeom>
              <a:avLst/>
              <a:gdLst/>
              <a:ahLst/>
              <a:cxnLst/>
              <a:rect l="l" t="t" r="r" b="b"/>
              <a:pathLst>
                <a:path w="22203" h="4629" extrusionOk="0">
                  <a:moveTo>
                    <a:pt x="31" y="1"/>
                  </a:moveTo>
                  <a:lnTo>
                    <a:pt x="0" y="154"/>
                  </a:lnTo>
                  <a:lnTo>
                    <a:pt x="22171" y="4628"/>
                  </a:lnTo>
                  <a:lnTo>
                    <a:pt x="22203" y="447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4706100" y="2739075"/>
              <a:ext cx="442300" cy="580525"/>
            </a:xfrm>
            <a:custGeom>
              <a:avLst/>
              <a:gdLst/>
              <a:ahLst/>
              <a:cxnLst/>
              <a:rect l="l" t="t" r="r" b="b"/>
              <a:pathLst>
                <a:path w="17692" h="23221" extrusionOk="0">
                  <a:moveTo>
                    <a:pt x="124" y="1"/>
                  </a:moveTo>
                  <a:lnTo>
                    <a:pt x="0" y="95"/>
                  </a:lnTo>
                  <a:lnTo>
                    <a:pt x="17567" y="23221"/>
                  </a:lnTo>
                  <a:lnTo>
                    <a:pt x="17691" y="2312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4801125" y="2647825"/>
              <a:ext cx="282350" cy="572675"/>
            </a:xfrm>
            <a:custGeom>
              <a:avLst/>
              <a:gdLst/>
              <a:ahLst/>
              <a:cxnLst/>
              <a:rect l="l" t="t" r="r" b="b"/>
              <a:pathLst>
                <a:path w="11294" h="22907" extrusionOk="0">
                  <a:moveTo>
                    <a:pt x="11152" y="0"/>
                  </a:moveTo>
                  <a:lnTo>
                    <a:pt x="0" y="22837"/>
                  </a:lnTo>
                  <a:lnTo>
                    <a:pt x="141" y="22906"/>
                  </a:lnTo>
                  <a:lnTo>
                    <a:pt x="11293" y="69"/>
                  </a:lnTo>
                  <a:lnTo>
                    <a:pt x="1115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5079825" y="2648400"/>
              <a:ext cx="69175" cy="669800"/>
            </a:xfrm>
            <a:custGeom>
              <a:avLst/>
              <a:gdLst/>
              <a:ahLst/>
              <a:cxnLst/>
              <a:rect l="l" t="t" r="r" b="b"/>
              <a:pathLst>
                <a:path w="2767" h="26792" extrusionOk="0">
                  <a:moveTo>
                    <a:pt x="157" y="0"/>
                  </a:moveTo>
                  <a:lnTo>
                    <a:pt x="0" y="15"/>
                  </a:lnTo>
                  <a:lnTo>
                    <a:pt x="2610" y="26792"/>
                  </a:lnTo>
                  <a:lnTo>
                    <a:pt x="2766" y="267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5145075" y="2851300"/>
              <a:ext cx="118900" cy="467275"/>
            </a:xfrm>
            <a:custGeom>
              <a:avLst/>
              <a:gdLst/>
              <a:ahLst/>
              <a:cxnLst/>
              <a:rect l="l" t="t" r="r" b="b"/>
              <a:pathLst>
                <a:path w="4756" h="18691" extrusionOk="0">
                  <a:moveTo>
                    <a:pt x="4604" y="1"/>
                  </a:moveTo>
                  <a:lnTo>
                    <a:pt x="1" y="18653"/>
                  </a:lnTo>
                  <a:lnTo>
                    <a:pt x="153" y="18690"/>
                  </a:lnTo>
                  <a:lnTo>
                    <a:pt x="4755" y="38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5260775" y="2687325"/>
              <a:ext cx="270400" cy="166075"/>
            </a:xfrm>
            <a:custGeom>
              <a:avLst/>
              <a:gdLst/>
              <a:ahLst/>
              <a:cxnLst/>
              <a:rect l="l" t="t" r="r" b="b"/>
              <a:pathLst>
                <a:path w="10816" h="6643" extrusionOk="0">
                  <a:moveTo>
                    <a:pt x="10734" y="1"/>
                  </a:moveTo>
                  <a:lnTo>
                    <a:pt x="0" y="6509"/>
                  </a:lnTo>
                  <a:lnTo>
                    <a:pt x="82" y="6642"/>
                  </a:lnTo>
                  <a:lnTo>
                    <a:pt x="10815" y="134"/>
                  </a:lnTo>
                  <a:lnTo>
                    <a:pt x="1073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5456450" y="2689050"/>
              <a:ext cx="75675" cy="518650"/>
            </a:xfrm>
            <a:custGeom>
              <a:avLst/>
              <a:gdLst/>
              <a:ahLst/>
              <a:cxnLst/>
              <a:rect l="l" t="t" r="r" b="b"/>
              <a:pathLst>
                <a:path w="3027" h="20746" extrusionOk="0">
                  <a:moveTo>
                    <a:pt x="2872" y="1"/>
                  </a:moveTo>
                  <a:lnTo>
                    <a:pt x="1" y="20724"/>
                  </a:lnTo>
                  <a:lnTo>
                    <a:pt x="156" y="20746"/>
                  </a:lnTo>
                  <a:lnTo>
                    <a:pt x="3027" y="22"/>
                  </a:lnTo>
                  <a:lnTo>
                    <a:pt x="287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5146225" y="3205650"/>
              <a:ext cx="312725" cy="114250"/>
            </a:xfrm>
            <a:custGeom>
              <a:avLst/>
              <a:gdLst/>
              <a:ahLst/>
              <a:cxnLst/>
              <a:rect l="l" t="t" r="r" b="b"/>
              <a:pathLst>
                <a:path w="12509" h="4570" extrusionOk="0">
                  <a:moveTo>
                    <a:pt x="12457" y="0"/>
                  </a:moveTo>
                  <a:lnTo>
                    <a:pt x="1" y="4421"/>
                  </a:lnTo>
                  <a:lnTo>
                    <a:pt x="53" y="4569"/>
                  </a:lnTo>
                  <a:lnTo>
                    <a:pt x="12509" y="148"/>
                  </a:lnTo>
                  <a:lnTo>
                    <a:pt x="1245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4707375" y="2646700"/>
              <a:ext cx="374975" cy="95125"/>
            </a:xfrm>
            <a:custGeom>
              <a:avLst/>
              <a:gdLst/>
              <a:ahLst/>
              <a:cxnLst/>
              <a:rect l="l" t="t" r="r" b="b"/>
              <a:pathLst>
                <a:path w="14999" h="3805" extrusionOk="0">
                  <a:moveTo>
                    <a:pt x="14961" y="0"/>
                  </a:moveTo>
                  <a:lnTo>
                    <a:pt x="0" y="3653"/>
                  </a:lnTo>
                  <a:lnTo>
                    <a:pt x="38" y="3804"/>
                  </a:lnTo>
                  <a:lnTo>
                    <a:pt x="14998" y="153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13" name="Google Shape;713;p25"/>
          <p:cNvCxnSpPr/>
          <p:nvPr/>
        </p:nvCxnSpPr>
        <p:spPr>
          <a:xfrm>
            <a:off x="-88325" y="534988"/>
            <a:ext cx="568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4" name="Google Shape;714;p25"/>
          <p:cNvCxnSpPr/>
          <p:nvPr/>
        </p:nvCxnSpPr>
        <p:spPr>
          <a:xfrm>
            <a:off x="3837525" y="4608488"/>
            <a:ext cx="568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" name="Google Shape;716;p26"/>
          <p:cNvGrpSpPr/>
          <p:nvPr/>
        </p:nvGrpSpPr>
        <p:grpSpPr>
          <a:xfrm>
            <a:off x="8568375" y="177920"/>
            <a:ext cx="409500" cy="1441450"/>
            <a:chOff x="8568375" y="177920"/>
            <a:chExt cx="409500" cy="1441450"/>
          </a:xfrm>
        </p:grpSpPr>
        <p:sp>
          <p:nvSpPr>
            <p:cNvPr id="717" name="Google Shape;717;p26"/>
            <p:cNvSpPr/>
            <p:nvPr/>
          </p:nvSpPr>
          <p:spPr>
            <a:xfrm>
              <a:off x="8568375" y="177920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8568375" y="692295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8568375" y="1209870"/>
              <a:ext cx="409500" cy="4095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20" name="Google Shape;720;p26"/>
          <p:cNvGrpSpPr/>
          <p:nvPr/>
        </p:nvGrpSpPr>
        <p:grpSpPr>
          <a:xfrm>
            <a:off x="139097" y="1"/>
            <a:ext cx="359400" cy="5361300"/>
            <a:chOff x="139097" y="1"/>
            <a:chExt cx="359400" cy="5361300"/>
          </a:xfrm>
        </p:grpSpPr>
        <p:sp>
          <p:nvSpPr>
            <p:cNvPr id="721" name="Google Shape;721;p26"/>
            <p:cNvSpPr/>
            <p:nvPr/>
          </p:nvSpPr>
          <p:spPr>
            <a:xfrm rot="-5400000">
              <a:off x="-2361853" y="2500951"/>
              <a:ext cx="5361300" cy="35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722" name="Google Shape;722;p26"/>
            <p:cNvCxnSpPr/>
            <p:nvPr/>
          </p:nvCxnSpPr>
          <p:spPr>
            <a:xfrm rot="10800000">
              <a:off x="332272" y="14600"/>
              <a:ext cx="0" cy="5340900"/>
            </a:xfrm>
            <a:prstGeom prst="straightConnector1">
              <a:avLst/>
            </a:prstGeom>
            <a:noFill/>
            <a:ln w="9525" cap="flat" cmpd="sng">
              <a:solidFill>
                <a:srgbClr val="4C86A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3" name="Google Shape;723;p26"/>
          <p:cNvGrpSpPr/>
          <p:nvPr/>
        </p:nvGrpSpPr>
        <p:grpSpPr>
          <a:xfrm>
            <a:off x="7966560" y="4707120"/>
            <a:ext cx="924683" cy="396900"/>
            <a:chOff x="7966560" y="4707120"/>
            <a:chExt cx="924683" cy="396900"/>
          </a:xfrm>
        </p:grpSpPr>
        <p:sp>
          <p:nvSpPr>
            <p:cNvPr id="724" name="Google Shape;724;p26"/>
            <p:cNvSpPr/>
            <p:nvPr/>
          </p:nvSpPr>
          <p:spPr>
            <a:xfrm>
              <a:off x="7966560" y="4707120"/>
              <a:ext cx="396900" cy="396900"/>
            </a:xfrm>
            <a:prstGeom prst="ellipse">
              <a:avLst/>
            </a:prstGeom>
            <a:solidFill>
              <a:srgbClr val="4C8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8253643" y="4707120"/>
              <a:ext cx="396900" cy="396900"/>
            </a:xfrm>
            <a:prstGeom prst="ellipse">
              <a:avLst/>
            </a:prstGeom>
            <a:solidFill>
              <a:srgbClr val="D5DEF3">
                <a:alpha val="52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8494343" y="4707120"/>
              <a:ext cx="396900" cy="39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oke"/>
              <a:buNone/>
              <a:defRPr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kaggle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7"/>
          <p:cNvSpPr txBox="1">
            <a:spLocks noGrp="1"/>
          </p:cNvSpPr>
          <p:nvPr>
            <p:ph type="ctrTitle"/>
          </p:nvPr>
        </p:nvSpPr>
        <p:spPr>
          <a:xfrm>
            <a:off x="1821700" y="730725"/>
            <a:ext cx="5805600" cy="337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C86AC"/>
                </a:solidFill>
              </a:rPr>
              <a:t>MAST6100: Machine Learning and Deep Learning </a:t>
            </a:r>
            <a:r>
              <a:rPr lang="en" sz="3400">
                <a:solidFill>
                  <a:srgbClr val="4C86AC"/>
                </a:solidFill>
              </a:rPr>
              <a:t>Final Project</a:t>
            </a:r>
            <a:endParaRPr sz="3400">
              <a:solidFill>
                <a:srgbClr val="4C86AC"/>
              </a:solidFill>
            </a:endParaRPr>
          </a:p>
        </p:txBody>
      </p:sp>
      <p:sp>
        <p:nvSpPr>
          <p:cNvPr id="732" name="Google Shape;732;p27"/>
          <p:cNvSpPr txBox="1">
            <a:spLocks noGrp="1"/>
          </p:cNvSpPr>
          <p:nvPr>
            <p:ph type="subTitle" idx="1"/>
          </p:nvPr>
        </p:nvSpPr>
        <p:spPr>
          <a:xfrm>
            <a:off x="1821700" y="4104225"/>
            <a:ext cx="5805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Sarah Lee Lwp</a:t>
            </a:r>
            <a:endParaRPr/>
          </a:p>
        </p:txBody>
      </p:sp>
      <p:sp>
        <p:nvSpPr>
          <p:cNvPr id="733" name="Google Shape;733;p27"/>
          <p:cNvSpPr/>
          <p:nvPr/>
        </p:nvSpPr>
        <p:spPr>
          <a:xfrm>
            <a:off x="1905375" y="569400"/>
            <a:ext cx="359400" cy="3594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7697550" y="1076400"/>
            <a:ext cx="307500" cy="3075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6709325" y="4104213"/>
            <a:ext cx="359400" cy="3594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1" name="Google Shape;741;p28"/>
          <p:cNvSpPr txBox="1">
            <a:spLocks noGrp="1"/>
          </p:cNvSpPr>
          <p:nvPr>
            <p:ph type="title" idx="2"/>
          </p:nvPr>
        </p:nvSpPr>
        <p:spPr>
          <a:xfrm>
            <a:off x="2748700" y="1413075"/>
            <a:ext cx="823800" cy="515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2" name="Google Shape;742;p28"/>
          <p:cNvSpPr txBox="1">
            <a:spLocks noGrp="1"/>
          </p:cNvSpPr>
          <p:nvPr>
            <p:ph type="title" idx="3"/>
          </p:nvPr>
        </p:nvSpPr>
        <p:spPr>
          <a:xfrm>
            <a:off x="1371950" y="3069625"/>
            <a:ext cx="823800" cy="515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3" name="Google Shape;743;p28"/>
          <p:cNvSpPr txBox="1">
            <a:spLocks noGrp="1"/>
          </p:cNvSpPr>
          <p:nvPr>
            <p:ph type="title" idx="4"/>
          </p:nvPr>
        </p:nvSpPr>
        <p:spPr>
          <a:xfrm>
            <a:off x="5571500" y="1413075"/>
            <a:ext cx="823800" cy="515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4" name="Google Shape;744;p28"/>
          <p:cNvSpPr txBox="1">
            <a:spLocks noGrp="1"/>
          </p:cNvSpPr>
          <p:nvPr>
            <p:ph type="title" idx="5"/>
          </p:nvPr>
        </p:nvSpPr>
        <p:spPr>
          <a:xfrm>
            <a:off x="4141950" y="3069626"/>
            <a:ext cx="823800" cy="515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45" name="Google Shape;745;p28"/>
          <p:cNvSpPr txBox="1">
            <a:spLocks noGrp="1"/>
          </p:cNvSpPr>
          <p:nvPr>
            <p:ph type="title" idx="6"/>
          </p:nvPr>
        </p:nvSpPr>
        <p:spPr>
          <a:xfrm>
            <a:off x="6912875" y="3103525"/>
            <a:ext cx="823800" cy="515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6" name="Google Shape;746;p28"/>
          <p:cNvSpPr txBox="1">
            <a:spLocks noGrp="1"/>
          </p:cNvSpPr>
          <p:nvPr>
            <p:ph type="subTitle" idx="1"/>
          </p:nvPr>
        </p:nvSpPr>
        <p:spPr>
          <a:xfrm>
            <a:off x="2016100" y="2012888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Background and Motivation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47" name="Google Shape;747;p28"/>
          <p:cNvSpPr txBox="1">
            <a:spLocks noGrp="1"/>
          </p:cNvSpPr>
          <p:nvPr>
            <p:ph type="subTitle" idx="8"/>
          </p:nvPr>
        </p:nvSpPr>
        <p:spPr>
          <a:xfrm>
            <a:off x="4830650" y="20128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Research Question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48" name="Google Shape;748;p28"/>
          <p:cNvSpPr txBox="1">
            <a:spLocks noGrp="1"/>
          </p:cNvSpPr>
          <p:nvPr>
            <p:ph type="subTitle" idx="9"/>
          </p:nvPr>
        </p:nvSpPr>
        <p:spPr>
          <a:xfrm>
            <a:off x="6225575" y="3643750"/>
            <a:ext cx="21984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Models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49" name="Google Shape;749;p28"/>
          <p:cNvSpPr txBox="1">
            <a:spLocks noGrp="1"/>
          </p:cNvSpPr>
          <p:nvPr>
            <p:ph type="subTitle" idx="13"/>
          </p:nvPr>
        </p:nvSpPr>
        <p:spPr>
          <a:xfrm>
            <a:off x="612925" y="36437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Overview of Data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50" name="Google Shape;750;p28"/>
          <p:cNvSpPr txBox="1">
            <a:spLocks noGrp="1"/>
          </p:cNvSpPr>
          <p:nvPr>
            <p:ph type="subTitle" idx="14"/>
          </p:nvPr>
        </p:nvSpPr>
        <p:spPr>
          <a:xfrm>
            <a:off x="3419250" y="36437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Methodology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2989138" y="3181513"/>
            <a:ext cx="359400" cy="3594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5759138" y="3181513"/>
            <a:ext cx="359400" cy="3594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4392288" y="1524963"/>
            <a:ext cx="359400" cy="3594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9"/>
          <p:cNvSpPr/>
          <p:nvPr/>
        </p:nvSpPr>
        <p:spPr>
          <a:xfrm>
            <a:off x="5461400" y="540150"/>
            <a:ext cx="3464100" cy="40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3700" tIns="83700" rIns="83700" bIns="83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1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59" name="Google Shape;759;p29"/>
          <p:cNvSpPr txBox="1">
            <a:spLocks noGrp="1"/>
          </p:cNvSpPr>
          <p:nvPr>
            <p:ph type="title"/>
          </p:nvPr>
        </p:nvSpPr>
        <p:spPr>
          <a:xfrm>
            <a:off x="1635475" y="337350"/>
            <a:ext cx="3825900" cy="109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Background and Motivation</a:t>
            </a:r>
            <a:endParaRPr sz="3200"/>
          </a:p>
        </p:txBody>
      </p:sp>
      <p:sp>
        <p:nvSpPr>
          <p:cNvPr id="760" name="Google Shape;760;p29"/>
          <p:cNvSpPr txBox="1">
            <a:spLocks noGrp="1"/>
          </p:cNvSpPr>
          <p:nvPr>
            <p:ph type="body" idx="1"/>
          </p:nvPr>
        </p:nvSpPr>
        <p:spPr>
          <a:xfrm>
            <a:off x="289932" y="1331700"/>
            <a:ext cx="5300545" cy="3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●"/>
            </a:pPr>
            <a:r>
              <a:rPr lang="en" sz="2000" dirty="0">
                <a:solidFill>
                  <a:srgbClr val="325D79"/>
                </a:solidFill>
              </a:rPr>
              <a:t>Hospitals worldwide are facing increasing pressure on resources</a:t>
            </a:r>
            <a:endParaRPr sz="2000" dirty="0">
              <a:solidFill>
                <a:srgbClr val="325D7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●"/>
            </a:pPr>
            <a:r>
              <a:rPr lang="en" sz="2000" b="1" dirty="0">
                <a:solidFill>
                  <a:srgbClr val="325D79"/>
                </a:solidFill>
              </a:rPr>
              <a:t>Key challenges:</a:t>
            </a:r>
            <a:endParaRPr sz="2000" b="1" dirty="0">
              <a:solidFill>
                <a:srgbClr val="325D79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○"/>
            </a:pPr>
            <a:r>
              <a:rPr lang="en" sz="1900" dirty="0">
                <a:solidFill>
                  <a:srgbClr val="325D79"/>
                </a:solidFill>
              </a:rPr>
              <a:t>Overcrowding</a:t>
            </a:r>
            <a:endParaRPr sz="1900" dirty="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dirty="0">
                <a:solidFill>
                  <a:srgbClr val="325D79"/>
                </a:solidFill>
              </a:rPr>
              <a:t>Extended waiting times</a:t>
            </a:r>
            <a:endParaRPr sz="1900" dirty="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dirty="0">
                <a:solidFill>
                  <a:srgbClr val="325D79"/>
                </a:solidFill>
              </a:rPr>
              <a:t>Rising healthcare costs</a:t>
            </a:r>
            <a:endParaRPr sz="1900" dirty="0">
              <a:solidFill>
                <a:srgbClr val="325D79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100"/>
              <a:buChar char="●"/>
            </a:pPr>
            <a:r>
              <a:rPr lang="en" sz="2000" b="1" dirty="0">
                <a:solidFill>
                  <a:srgbClr val="325D79"/>
                </a:solidFill>
              </a:rPr>
              <a:t>Major issues in current hospital admissions:</a:t>
            </a:r>
            <a:endParaRPr sz="2100" b="1" dirty="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dirty="0">
                <a:solidFill>
                  <a:srgbClr val="325D79"/>
                </a:solidFill>
              </a:rPr>
              <a:t>Avoidable/unnecessary admissions</a:t>
            </a:r>
            <a:endParaRPr sz="1900" dirty="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dirty="0">
                <a:solidFill>
                  <a:srgbClr val="325D79"/>
                </a:solidFill>
              </a:rPr>
              <a:t>Delayed admissions for urgent care</a:t>
            </a:r>
            <a:endParaRPr sz="1900" dirty="0">
              <a:solidFill>
                <a:srgbClr val="325D79"/>
              </a:solidFill>
            </a:endParaRPr>
          </a:p>
        </p:txBody>
      </p:sp>
      <p:pic>
        <p:nvPicPr>
          <p:cNvPr id="761" name="Google Shape;761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671" b="9663"/>
          <a:stretch/>
        </p:blipFill>
        <p:spPr>
          <a:xfrm>
            <a:off x="5647659" y="699254"/>
            <a:ext cx="3081064" cy="3728804"/>
          </a:xfrm>
          <a:prstGeom prst="rect">
            <a:avLst/>
          </a:prstGeom>
          <a:ln w="174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2" name="Google Shape;762;p29"/>
          <p:cNvSpPr/>
          <p:nvPr/>
        </p:nvSpPr>
        <p:spPr>
          <a:xfrm>
            <a:off x="624725" y="439200"/>
            <a:ext cx="928800" cy="892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rPr>
              <a:t>01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0"/>
          <p:cNvSpPr txBox="1">
            <a:spLocks noGrp="1"/>
          </p:cNvSpPr>
          <p:nvPr>
            <p:ph type="subTitle" idx="1"/>
          </p:nvPr>
        </p:nvSpPr>
        <p:spPr>
          <a:xfrm>
            <a:off x="1284000" y="2951925"/>
            <a:ext cx="6576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25D79"/>
                </a:solidFill>
              </a:rPr>
              <a:t>What are the factors that affects the type of hospital admissions?</a:t>
            </a:r>
            <a:endParaRPr sz="2400" b="1">
              <a:solidFill>
                <a:srgbClr val="325D79"/>
              </a:solidFill>
            </a:endParaRPr>
          </a:p>
        </p:txBody>
      </p:sp>
      <p:sp>
        <p:nvSpPr>
          <p:cNvPr id="768" name="Google Shape;768;p30"/>
          <p:cNvSpPr txBox="1">
            <a:spLocks noGrp="1"/>
          </p:cNvSpPr>
          <p:nvPr>
            <p:ph type="title"/>
          </p:nvPr>
        </p:nvSpPr>
        <p:spPr>
          <a:xfrm>
            <a:off x="1284000" y="201297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Research Question</a:t>
            </a:r>
            <a:endParaRPr sz="3200"/>
          </a:p>
        </p:txBody>
      </p:sp>
      <p:sp>
        <p:nvSpPr>
          <p:cNvPr id="769" name="Google Shape;769;p30"/>
          <p:cNvSpPr/>
          <p:nvPr/>
        </p:nvSpPr>
        <p:spPr>
          <a:xfrm>
            <a:off x="4048650" y="1002875"/>
            <a:ext cx="1046700" cy="1010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rPr>
              <a:t>02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1"/>
          <p:cNvSpPr txBox="1">
            <a:spLocks noGrp="1"/>
          </p:cNvSpPr>
          <p:nvPr>
            <p:ph type="title"/>
          </p:nvPr>
        </p:nvSpPr>
        <p:spPr>
          <a:xfrm>
            <a:off x="1316175" y="308275"/>
            <a:ext cx="529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Overview of Data</a:t>
            </a:r>
            <a:endParaRPr sz="3200"/>
          </a:p>
        </p:txBody>
      </p:sp>
      <p:sp>
        <p:nvSpPr>
          <p:cNvPr id="775" name="Google Shape;775;p31"/>
          <p:cNvSpPr txBox="1">
            <a:spLocks noGrp="1"/>
          </p:cNvSpPr>
          <p:nvPr>
            <p:ph type="subTitle" idx="1"/>
          </p:nvPr>
        </p:nvSpPr>
        <p:spPr>
          <a:xfrm>
            <a:off x="519050" y="1002875"/>
            <a:ext cx="7900200" cy="10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●"/>
            </a:pPr>
            <a:r>
              <a:rPr lang="en" sz="2000">
                <a:solidFill>
                  <a:srgbClr val="325D79"/>
                </a:solidFill>
              </a:rPr>
              <a:t>Data was taken from </a:t>
            </a:r>
            <a:r>
              <a:rPr lang="en" sz="2000" u="sng">
                <a:solidFill>
                  <a:srgbClr val="325D7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</a:t>
            </a:r>
            <a:endParaRPr sz="2000">
              <a:solidFill>
                <a:srgbClr val="325D7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●"/>
            </a:pPr>
            <a:r>
              <a:rPr lang="en" sz="2000" b="1">
                <a:solidFill>
                  <a:srgbClr val="325D79"/>
                </a:solidFill>
              </a:rPr>
              <a:t>Response variable: </a:t>
            </a:r>
            <a:r>
              <a:rPr lang="en" sz="2000">
                <a:solidFill>
                  <a:srgbClr val="325D79"/>
                </a:solidFill>
              </a:rPr>
              <a:t>Hospital admission types</a:t>
            </a:r>
            <a:endParaRPr sz="2000">
              <a:solidFill>
                <a:srgbClr val="325D7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000"/>
              <a:buChar char="●"/>
            </a:pPr>
            <a:r>
              <a:rPr lang="en" sz="2000" b="1">
                <a:solidFill>
                  <a:srgbClr val="325D79"/>
                </a:solidFill>
              </a:rPr>
              <a:t>Independent variables:</a:t>
            </a:r>
            <a:endParaRPr sz="2000">
              <a:solidFill>
                <a:srgbClr val="325D79"/>
              </a:solidFill>
            </a:endParaRPr>
          </a:p>
        </p:txBody>
      </p:sp>
      <p:grpSp>
        <p:nvGrpSpPr>
          <p:cNvPr id="776" name="Google Shape;776;p31"/>
          <p:cNvGrpSpPr/>
          <p:nvPr/>
        </p:nvGrpSpPr>
        <p:grpSpPr>
          <a:xfrm>
            <a:off x="139485" y="89570"/>
            <a:ext cx="924683" cy="396900"/>
            <a:chOff x="7966560" y="4707120"/>
            <a:chExt cx="924683" cy="396900"/>
          </a:xfrm>
        </p:grpSpPr>
        <p:sp>
          <p:nvSpPr>
            <p:cNvPr id="777" name="Google Shape;777;p31"/>
            <p:cNvSpPr/>
            <p:nvPr/>
          </p:nvSpPr>
          <p:spPr>
            <a:xfrm>
              <a:off x="7966560" y="4707120"/>
              <a:ext cx="396900" cy="396900"/>
            </a:xfrm>
            <a:prstGeom prst="ellipse">
              <a:avLst/>
            </a:prstGeom>
            <a:solidFill>
              <a:srgbClr val="4C8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8253643" y="4707120"/>
              <a:ext cx="396900" cy="396900"/>
            </a:xfrm>
            <a:prstGeom prst="ellipse">
              <a:avLst/>
            </a:prstGeom>
            <a:solidFill>
              <a:srgbClr val="D5DEF3">
                <a:alpha val="52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8494343" y="4707120"/>
              <a:ext cx="396900" cy="39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80" name="Google Shape;780;p31"/>
          <p:cNvSpPr/>
          <p:nvPr/>
        </p:nvSpPr>
        <p:spPr>
          <a:xfrm>
            <a:off x="6611175" y="89575"/>
            <a:ext cx="1046700" cy="1010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rPr>
              <a:t>03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1" name="Google Shape;781;p31"/>
          <p:cNvSpPr txBox="1">
            <a:spLocks noGrp="1"/>
          </p:cNvSpPr>
          <p:nvPr>
            <p:ph type="subTitle" idx="1"/>
          </p:nvPr>
        </p:nvSpPr>
        <p:spPr>
          <a:xfrm>
            <a:off x="366375" y="2196975"/>
            <a:ext cx="25836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Age (Years)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Gender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Blood type</a:t>
            </a:r>
            <a:endParaRPr sz="1900">
              <a:solidFill>
                <a:srgbClr val="325D79"/>
              </a:solidFill>
            </a:endParaRPr>
          </a:p>
        </p:txBody>
      </p:sp>
      <p:sp>
        <p:nvSpPr>
          <p:cNvPr id="782" name="Google Shape;782;p31"/>
          <p:cNvSpPr txBox="1">
            <a:spLocks noGrp="1"/>
          </p:cNvSpPr>
          <p:nvPr>
            <p:ph type="subTitle" idx="1"/>
          </p:nvPr>
        </p:nvSpPr>
        <p:spPr>
          <a:xfrm>
            <a:off x="2562325" y="2196975"/>
            <a:ext cx="34056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Medical Condition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Insurance Provider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Billing Amount</a:t>
            </a:r>
            <a:endParaRPr sz="1900">
              <a:solidFill>
                <a:srgbClr val="325D79"/>
              </a:solidFill>
            </a:endParaRPr>
          </a:p>
        </p:txBody>
      </p:sp>
      <p:sp>
        <p:nvSpPr>
          <p:cNvPr id="783" name="Google Shape;783;p31"/>
          <p:cNvSpPr txBox="1">
            <a:spLocks noGrp="1"/>
          </p:cNvSpPr>
          <p:nvPr>
            <p:ph type="subTitle" idx="1"/>
          </p:nvPr>
        </p:nvSpPr>
        <p:spPr>
          <a:xfrm>
            <a:off x="5697750" y="2196975"/>
            <a:ext cx="32997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Room Number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Medication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>
                <a:solidFill>
                  <a:srgbClr val="325D79"/>
                </a:solidFill>
              </a:rPr>
              <a:t>Test Results</a:t>
            </a:r>
            <a:endParaRPr sz="1900">
              <a:solidFill>
                <a:srgbClr val="325D79"/>
              </a:solidFill>
            </a:endParaRPr>
          </a:p>
        </p:txBody>
      </p:sp>
      <p:sp>
        <p:nvSpPr>
          <p:cNvPr id="784" name="Google Shape;784;p31"/>
          <p:cNvSpPr txBox="1">
            <a:spLocks noGrp="1"/>
          </p:cNvSpPr>
          <p:nvPr>
            <p:ph type="body" idx="4294967295"/>
          </p:nvPr>
        </p:nvSpPr>
        <p:spPr>
          <a:xfrm>
            <a:off x="519050" y="3398475"/>
            <a:ext cx="7900200" cy="13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2100"/>
              <a:buChar char="●"/>
            </a:pPr>
            <a:r>
              <a:rPr lang="en" sz="2000" b="1">
                <a:solidFill>
                  <a:srgbClr val="325D79"/>
                </a:solidFill>
              </a:rPr>
              <a:t>Limitations of data:</a:t>
            </a:r>
            <a:endParaRPr sz="2100" b="1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b="1">
                <a:solidFill>
                  <a:srgbClr val="325D79"/>
                </a:solidFill>
              </a:rPr>
              <a:t>Data coverage - </a:t>
            </a:r>
            <a:r>
              <a:rPr lang="en" sz="1900">
                <a:solidFill>
                  <a:srgbClr val="325D79"/>
                </a:solidFill>
              </a:rPr>
              <a:t>Data covers only admitted patients</a:t>
            </a:r>
            <a:endParaRPr sz="1900">
              <a:solidFill>
                <a:srgbClr val="325D79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5D79"/>
              </a:buClr>
              <a:buSzPts val="1900"/>
              <a:buChar char="○"/>
            </a:pPr>
            <a:r>
              <a:rPr lang="en" sz="1900" b="1">
                <a:solidFill>
                  <a:srgbClr val="325D79"/>
                </a:solidFill>
              </a:rPr>
              <a:t>Test results - </a:t>
            </a:r>
            <a:r>
              <a:rPr lang="en" sz="1900">
                <a:solidFill>
                  <a:srgbClr val="325D79"/>
                </a:solidFill>
              </a:rPr>
              <a:t>Type of medical test conducted is unknown</a:t>
            </a:r>
            <a:endParaRPr sz="1900">
              <a:solidFill>
                <a:srgbClr val="325D7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2"/>
          <p:cNvSpPr/>
          <p:nvPr/>
        </p:nvSpPr>
        <p:spPr>
          <a:xfrm>
            <a:off x="765650" y="3146900"/>
            <a:ext cx="3709500" cy="1847100"/>
          </a:xfrm>
          <a:prstGeom prst="diamond">
            <a:avLst/>
          </a:prstGeom>
          <a:solidFill>
            <a:srgbClr val="325D79"/>
          </a:solidFill>
          <a:ln w="9525" cap="flat" cmpd="sng">
            <a:solidFill>
              <a:srgbClr val="325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765650" y="2480450"/>
            <a:ext cx="3709500" cy="1847100"/>
          </a:xfrm>
          <a:prstGeom prst="diamond">
            <a:avLst/>
          </a:prstGeom>
          <a:solidFill>
            <a:srgbClr val="4C86AC"/>
          </a:solidFill>
          <a:ln w="9525" cap="flat" cmpd="sng">
            <a:solidFill>
              <a:srgbClr val="4C86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1" name="Google Shape;791;p32"/>
          <p:cNvSpPr/>
          <p:nvPr/>
        </p:nvSpPr>
        <p:spPr>
          <a:xfrm>
            <a:off x="765650" y="1778738"/>
            <a:ext cx="3709500" cy="1847100"/>
          </a:xfrm>
          <a:prstGeom prst="diamond">
            <a:avLst/>
          </a:prstGeom>
          <a:solidFill>
            <a:srgbClr val="00C3B1"/>
          </a:solidFill>
          <a:ln w="9525" cap="flat" cmpd="sng">
            <a:solidFill>
              <a:srgbClr val="00C3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2" name="Google Shape;792;p32"/>
          <p:cNvSpPr txBox="1">
            <a:spLocks noGrp="1"/>
          </p:cNvSpPr>
          <p:nvPr>
            <p:ph type="title"/>
          </p:nvPr>
        </p:nvSpPr>
        <p:spPr>
          <a:xfrm>
            <a:off x="2139600" y="365850"/>
            <a:ext cx="54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Methodology</a:t>
            </a:r>
            <a:endParaRPr sz="3200"/>
          </a:p>
        </p:txBody>
      </p:sp>
      <p:sp>
        <p:nvSpPr>
          <p:cNvPr id="793" name="Google Shape;793;p32"/>
          <p:cNvSpPr txBox="1">
            <a:spLocks noGrp="1"/>
          </p:cNvSpPr>
          <p:nvPr>
            <p:ph type="subTitle" idx="1"/>
          </p:nvPr>
        </p:nvSpPr>
        <p:spPr>
          <a:xfrm>
            <a:off x="4940750" y="2393775"/>
            <a:ext cx="33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Exploratory Data Analysis (EDA)</a:t>
            </a:r>
            <a:endParaRPr sz="2000"/>
          </a:p>
        </p:txBody>
      </p:sp>
      <p:sp>
        <p:nvSpPr>
          <p:cNvPr id="794" name="Google Shape;794;p32"/>
          <p:cNvSpPr txBox="1">
            <a:spLocks noGrp="1"/>
          </p:cNvSpPr>
          <p:nvPr>
            <p:ph type="subTitle" idx="6"/>
          </p:nvPr>
        </p:nvSpPr>
        <p:spPr>
          <a:xfrm>
            <a:off x="4940750" y="3801625"/>
            <a:ext cx="33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Classification and Deep Learning</a:t>
            </a:r>
            <a:endParaRPr sz="2000"/>
          </a:p>
        </p:txBody>
      </p:sp>
      <p:sp>
        <p:nvSpPr>
          <p:cNvPr id="795" name="Google Shape;795;p32"/>
          <p:cNvSpPr txBox="1">
            <a:spLocks noGrp="1"/>
          </p:cNvSpPr>
          <p:nvPr>
            <p:ph type="subTitle" idx="7"/>
          </p:nvPr>
        </p:nvSpPr>
        <p:spPr>
          <a:xfrm>
            <a:off x="4940750" y="1665325"/>
            <a:ext cx="33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 Cleaning and Quality Checking</a:t>
            </a:r>
            <a:endParaRPr sz="2000"/>
          </a:p>
        </p:txBody>
      </p:sp>
      <p:sp>
        <p:nvSpPr>
          <p:cNvPr id="796" name="Google Shape;796;p32"/>
          <p:cNvSpPr txBox="1">
            <a:spLocks noGrp="1"/>
          </p:cNvSpPr>
          <p:nvPr>
            <p:ph type="subTitle" idx="8"/>
          </p:nvPr>
        </p:nvSpPr>
        <p:spPr>
          <a:xfrm>
            <a:off x="4940750" y="3122225"/>
            <a:ext cx="33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Variable Selection and Regression</a:t>
            </a:r>
            <a:endParaRPr sz="2000"/>
          </a:p>
        </p:txBody>
      </p:sp>
      <p:sp>
        <p:nvSpPr>
          <p:cNvPr id="797" name="Google Shape;797;p32"/>
          <p:cNvSpPr/>
          <p:nvPr/>
        </p:nvSpPr>
        <p:spPr>
          <a:xfrm>
            <a:off x="998625" y="194125"/>
            <a:ext cx="1046700" cy="1010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rPr>
              <a:t>04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765650" y="1039825"/>
            <a:ext cx="3709500" cy="18471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799" name="Google Shape;799;p32"/>
          <p:cNvCxnSpPr>
            <a:stCxn id="798" idx="3"/>
            <a:endCxn id="795" idx="1"/>
          </p:cNvCxnSpPr>
          <p:nvPr/>
        </p:nvCxnSpPr>
        <p:spPr>
          <a:xfrm rot="10800000" flipH="1">
            <a:off x="4475150" y="1951675"/>
            <a:ext cx="465600" cy="1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0" name="Google Shape;800;p32"/>
          <p:cNvCxnSpPr>
            <a:stCxn id="791" idx="3"/>
            <a:endCxn id="793" idx="1"/>
          </p:cNvCxnSpPr>
          <p:nvPr/>
        </p:nvCxnSpPr>
        <p:spPr>
          <a:xfrm rot="10800000" flipH="1">
            <a:off x="4475150" y="2680088"/>
            <a:ext cx="465600" cy="22200"/>
          </a:xfrm>
          <a:prstGeom prst="straightConnector1">
            <a:avLst/>
          </a:prstGeom>
          <a:noFill/>
          <a:ln w="28575" cap="flat" cmpd="sng">
            <a:solidFill>
              <a:srgbClr val="00C3B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1" name="Google Shape;801;p32"/>
          <p:cNvCxnSpPr>
            <a:stCxn id="790" idx="3"/>
            <a:endCxn id="796" idx="1"/>
          </p:cNvCxnSpPr>
          <p:nvPr/>
        </p:nvCxnSpPr>
        <p:spPr>
          <a:xfrm>
            <a:off x="4475150" y="3404000"/>
            <a:ext cx="465600" cy="4500"/>
          </a:xfrm>
          <a:prstGeom prst="straightConnector1">
            <a:avLst/>
          </a:prstGeom>
          <a:noFill/>
          <a:ln w="28575" cap="flat" cmpd="sng">
            <a:solidFill>
              <a:srgbClr val="4C86A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2" name="Google Shape;802;p32"/>
          <p:cNvCxnSpPr>
            <a:stCxn id="789" idx="3"/>
            <a:endCxn id="794" idx="1"/>
          </p:cNvCxnSpPr>
          <p:nvPr/>
        </p:nvCxnSpPr>
        <p:spPr>
          <a:xfrm>
            <a:off x="4475150" y="4070450"/>
            <a:ext cx="465600" cy="17400"/>
          </a:xfrm>
          <a:prstGeom prst="straightConnector1">
            <a:avLst/>
          </a:prstGeom>
          <a:noFill/>
          <a:ln w="28575" cap="flat" cmpd="sng">
            <a:solidFill>
              <a:srgbClr val="325D79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3"/>
          <p:cNvSpPr txBox="1">
            <a:spLocks noGrp="1"/>
          </p:cNvSpPr>
          <p:nvPr>
            <p:ph type="title"/>
          </p:nvPr>
        </p:nvSpPr>
        <p:spPr>
          <a:xfrm>
            <a:off x="1199300" y="385025"/>
            <a:ext cx="72219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Models</a:t>
            </a:r>
            <a:endParaRPr sz="3200"/>
          </a:p>
        </p:txBody>
      </p:sp>
      <p:sp>
        <p:nvSpPr>
          <p:cNvPr id="808" name="Google Shape;808;p33"/>
          <p:cNvSpPr txBox="1">
            <a:spLocks noGrp="1"/>
          </p:cNvSpPr>
          <p:nvPr>
            <p:ph type="subTitle" idx="7"/>
          </p:nvPr>
        </p:nvSpPr>
        <p:spPr>
          <a:xfrm>
            <a:off x="721600" y="1449025"/>
            <a:ext cx="2122500" cy="10101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5D79"/>
                </a:solidFill>
              </a:rPr>
              <a:t>Multinomial Logistic Regression</a:t>
            </a:r>
            <a:endParaRPr sz="2000">
              <a:solidFill>
                <a:srgbClr val="325D79"/>
              </a:solidFill>
            </a:endParaRPr>
          </a:p>
        </p:txBody>
      </p:sp>
      <p:sp>
        <p:nvSpPr>
          <p:cNvPr id="809" name="Google Shape;809;p33"/>
          <p:cNvSpPr txBox="1">
            <a:spLocks noGrp="1"/>
          </p:cNvSpPr>
          <p:nvPr>
            <p:ph type="subTitle" idx="8"/>
          </p:nvPr>
        </p:nvSpPr>
        <p:spPr>
          <a:xfrm>
            <a:off x="3643525" y="1179775"/>
            <a:ext cx="2499600" cy="1290900"/>
          </a:xfrm>
          <a:prstGeom prst="rect">
            <a:avLst/>
          </a:prstGeom>
          <a:ln w="9525" cap="flat" cmpd="sng">
            <a:solidFill>
              <a:srgbClr val="00C3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5D79"/>
                </a:solidFill>
              </a:rPr>
              <a:t>K-Nearest Neighbours (KNN) Classification</a:t>
            </a:r>
            <a:endParaRPr sz="2000">
              <a:solidFill>
                <a:srgbClr val="325D79"/>
              </a:solidFill>
            </a:endParaRPr>
          </a:p>
        </p:txBody>
      </p:sp>
      <p:sp>
        <p:nvSpPr>
          <p:cNvPr id="810" name="Google Shape;810;p33"/>
          <p:cNvSpPr txBox="1">
            <a:spLocks noGrp="1"/>
          </p:cNvSpPr>
          <p:nvPr>
            <p:ph type="subTitle" idx="9"/>
          </p:nvPr>
        </p:nvSpPr>
        <p:spPr>
          <a:xfrm>
            <a:off x="6942550" y="1635675"/>
            <a:ext cx="1761600" cy="839100"/>
          </a:xfrm>
          <a:prstGeom prst="rect">
            <a:avLst/>
          </a:prstGeom>
          <a:ln w="9525" cap="flat" cmpd="sng">
            <a:solidFill>
              <a:srgbClr val="325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5D79"/>
                </a:solidFill>
              </a:rPr>
              <a:t>Neural Network</a:t>
            </a:r>
            <a:endParaRPr sz="2000">
              <a:solidFill>
                <a:srgbClr val="325D79"/>
              </a:solidFill>
            </a:endParaRPr>
          </a:p>
        </p:txBody>
      </p:sp>
      <p:sp>
        <p:nvSpPr>
          <p:cNvPr id="811" name="Google Shape;811;p33"/>
          <p:cNvSpPr txBox="1">
            <a:spLocks noGrp="1"/>
          </p:cNvSpPr>
          <p:nvPr>
            <p:ph type="subTitle" idx="13"/>
          </p:nvPr>
        </p:nvSpPr>
        <p:spPr>
          <a:xfrm>
            <a:off x="1975200" y="3817150"/>
            <a:ext cx="2546700" cy="894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5D79"/>
                </a:solidFill>
              </a:rPr>
              <a:t>Random Forest Classification</a:t>
            </a:r>
            <a:endParaRPr sz="2000">
              <a:solidFill>
                <a:srgbClr val="325D79"/>
              </a:solidFill>
            </a:endParaRPr>
          </a:p>
        </p:txBody>
      </p:sp>
      <p:sp>
        <p:nvSpPr>
          <p:cNvPr id="812" name="Google Shape;812;p33"/>
          <p:cNvSpPr txBox="1">
            <a:spLocks noGrp="1"/>
          </p:cNvSpPr>
          <p:nvPr>
            <p:ph type="subTitle" idx="15"/>
          </p:nvPr>
        </p:nvSpPr>
        <p:spPr>
          <a:xfrm>
            <a:off x="5172550" y="3746425"/>
            <a:ext cx="2546700" cy="1290900"/>
          </a:xfrm>
          <a:prstGeom prst="rect">
            <a:avLst/>
          </a:prstGeom>
          <a:ln w="9525" cap="flat" cmpd="sng">
            <a:solidFill>
              <a:srgbClr val="4C86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5D79"/>
                </a:solidFill>
              </a:rPr>
              <a:t>Linear Discriminant Analysis (LDA) Classification</a:t>
            </a:r>
            <a:endParaRPr sz="2000">
              <a:solidFill>
                <a:srgbClr val="325D79"/>
              </a:solidFill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513950" y="226325"/>
            <a:ext cx="1046700" cy="1010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Stoke"/>
                <a:ea typeface="Stoke"/>
                <a:cs typeface="Stoke"/>
                <a:sym typeface="Stoke"/>
              </a:rPr>
              <a:t>05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814" name="Google Shape;814;p33"/>
          <p:cNvGrpSpPr/>
          <p:nvPr/>
        </p:nvGrpSpPr>
        <p:grpSpPr>
          <a:xfrm>
            <a:off x="998347" y="2799566"/>
            <a:ext cx="7789952" cy="622056"/>
            <a:chOff x="238125" y="2506075"/>
            <a:chExt cx="7115411" cy="673075"/>
          </a:xfrm>
        </p:grpSpPr>
        <p:sp>
          <p:nvSpPr>
            <p:cNvPr id="815" name="Google Shape;815;p33"/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7050" tIns="367050" rIns="367050" bIns="36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00C3B1"/>
            </a:solidFill>
            <a:ln w="9525" cap="flat" cmpd="sng">
              <a:solidFill>
                <a:srgbClr val="00C3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7050" tIns="367050" rIns="367050" bIns="36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3"/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4C86AC"/>
            </a:solidFill>
            <a:ln w="9525" cap="flat" cmpd="sng">
              <a:solidFill>
                <a:srgbClr val="4C86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7050" tIns="367050" rIns="367050" bIns="36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325D79"/>
            </a:solidFill>
            <a:ln w="9525" cap="flat" cmpd="sng">
              <a:solidFill>
                <a:srgbClr val="325D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7050" tIns="367050" rIns="367050" bIns="36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7050" tIns="367050" rIns="367050" bIns="36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20" name="Google Shape;820;p33"/>
          <p:cNvCxnSpPr>
            <a:endCxn id="808" idx="2"/>
          </p:cNvCxnSpPr>
          <p:nvPr/>
        </p:nvCxnSpPr>
        <p:spPr>
          <a:xfrm rot="10800000" flipH="1">
            <a:off x="1775650" y="2459125"/>
            <a:ext cx="7200" cy="340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1" name="Google Shape;821;p33"/>
          <p:cNvCxnSpPr>
            <a:endCxn id="811" idx="0"/>
          </p:cNvCxnSpPr>
          <p:nvPr/>
        </p:nvCxnSpPr>
        <p:spPr>
          <a:xfrm>
            <a:off x="3243450" y="3187150"/>
            <a:ext cx="5100" cy="6300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2" name="Google Shape;822;p33"/>
          <p:cNvCxnSpPr>
            <a:endCxn id="809" idx="2"/>
          </p:cNvCxnSpPr>
          <p:nvPr/>
        </p:nvCxnSpPr>
        <p:spPr>
          <a:xfrm rot="10800000" flipH="1">
            <a:off x="4887625" y="2470675"/>
            <a:ext cx="5700" cy="528000"/>
          </a:xfrm>
          <a:prstGeom prst="straightConnector1">
            <a:avLst/>
          </a:prstGeom>
          <a:noFill/>
          <a:ln w="28575" cap="flat" cmpd="sng">
            <a:solidFill>
              <a:srgbClr val="00C3B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3" name="Google Shape;823;p33"/>
          <p:cNvCxnSpPr>
            <a:endCxn id="812" idx="0"/>
          </p:cNvCxnSpPr>
          <p:nvPr/>
        </p:nvCxnSpPr>
        <p:spPr>
          <a:xfrm flipH="1">
            <a:off x="6445900" y="3373525"/>
            <a:ext cx="6900" cy="372900"/>
          </a:xfrm>
          <a:prstGeom prst="straightConnector1">
            <a:avLst/>
          </a:prstGeom>
          <a:noFill/>
          <a:ln w="28575" cap="flat" cmpd="sng">
            <a:solidFill>
              <a:srgbClr val="4C86A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4" name="Google Shape;824;p33"/>
          <p:cNvCxnSpPr>
            <a:endCxn id="810" idx="2"/>
          </p:cNvCxnSpPr>
          <p:nvPr/>
        </p:nvCxnSpPr>
        <p:spPr>
          <a:xfrm rot="10800000">
            <a:off x="7823350" y="2474775"/>
            <a:ext cx="11700" cy="735900"/>
          </a:xfrm>
          <a:prstGeom prst="straightConnector1">
            <a:avLst/>
          </a:prstGeom>
          <a:noFill/>
          <a:ln w="28575" cap="flat" cmpd="sng">
            <a:solidFill>
              <a:srgbClr val="325D7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p34"/>
          <p:cNvGrpSpPr/>
          <p:nvPr/>
        </p:nvGrpSpPr>
        <p:grpSpPr>
          <a:xfrm>
            <a:off x="7545813" y="4025338"/>
            <a:ext cx="1243279" cy="1118171"/>
            <a:chOff x="2904225" y="3082838"/>
            <a:chExt cx="1243279" cy="1118171"/>
          </a:xfrm>
        </p:grpSpPr>
        <p:sp>
          <p:nvSpPr>
            <p:cNvPr id="830" name="Google Shape;830;p34"/>
            <p:cNvSpPr/>
            <p:nvPr/>
          </p:nvSpPr>
          <p:spPr>
            <a:xfrm>
              <a:off x="2904225" y="3579409"/>
              <a:ext cx="621600" cy="621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3198117" y="3376729"/>
              <a:ext cx="621600" cy="62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3525904" y="3082838"/>
              <a:ext cx="621600" cy="621600"/>
            </a:xfrm>
            <a:prstGeom prst="rect">
              <a:avLst/>
            </a:prstGeom>
            <a:solidFill>
              <a:srgbClr val="D5DEF3">
                <a:alpha val="568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833" name="Google Shape;833;p34"/>
          <p:cNvSpPr txBox="1">
            <a:spLocks noGrp="1"/>
          </p:cNvSpPr>
          <p:nvPr>
            <p:ph type="ctrTitle" idx="4294967295"/>
          </p:nvPr>
        </p:nvSpPr>
        <p:spPr>
          <a:xfrm>
            <a:off x="2682900" y="1442250"/>
            <a:ext cx="3778200" cy="22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ne Marrow Transplantation Case Report by Slidesgo">
  <a:themeElements>
    <a:clrScheme name="Simple Light">
      <a:dk1>
        <a:srgbClr val="4C86AC"/>
      </a:dk1>
      <a:lt1>
        <a:srgbClr val="F9FBFF"/>
      </a:lt1>
      <a:dk2>
        <a:srgbClr val="D5DEF3"/>
      </a:dk2>
      <a:lt2>
        <a:srgbClr val="A9D0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C86A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On-screen Show (16:9)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Rubik</vt:lpstr>
      <vt:lpstr>Stoke</vt:lpstr>
      <vt:lpstr>Open Sans</vt:lpstr>
      <vt:lpstr>Raleway</vt:lpstr>
      <vt:lpstr>Arial</vt:lpstr>
      <vt:lpstr>Bone Marrow Transplantation Case Report by Slidesgo</vt:lpstr>
      <vt:lpstr>MAST6100: Machine Learning and Deep Learning Final Project</vt:lpstr>
      <vt:lpstr>Table of contents</vt:lpstr>
      <vt:lpstr>Background and Motivation</vt:lpstr>
      <vt:lpstr>Research Question</vt:lpstr>
      <vt:lpstr>Overview of Data</vt:lpstr>
      <vt:lpstr>Methodology</vt:lpstr>
      <vt:lpstr>Models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Sarah Lwp Lee</cp:lastModifiedBy>
  <cp:revision>1</cp:revision>
  <dcterms:modified xsi:type="dcterms:W3CDTF">2025-12-18T16:48:29Z</dcterms:modified>
</cp:coreProperties>
</file>